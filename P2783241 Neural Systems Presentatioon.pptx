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CA3C70-557B-4643-E9B6-E4E96AEE25FC}" v="518" dt="2025-11-05T16:53:02.186"/>
    <p1510:client id="{61A8FA3B-3BA0-D5ED-BA95-5BC82F55C133}" v="1051" dt="2025-11-05T16:42:06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6EC952-6225-48FA-BA24-ABD16991863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7E2944B-3E11-45B5-85F6-16C198544117}">
      <dgm:prSet/>
      <dgm:spPr/>
      <dgm:t>
        <a:bodyPr/>
        <a:lstStyle/>
        <a:p>
          <a:r>
            <a:rPr lang="en-GB" b="1"/>
            <a:t>Basic ANN</a:t>
          </a:r>
          <a:r>
            <a:rPr lang="en-GB"/>
            <a:t>: 3 hidden layers(256-64 neurons), Relu activation.</a:t>
          </a:r>
          <a:endParaRPr lang="en-US"/>
        </a:p>
      </dgm:t>
    </dgm:pt>
    <dgm:pt modelId="{98B0FBA8-1E39-4CD7-A6F9-6552E22D6930}" type="parTrans" cxnId="{1CE0293A-591D-4E56-9B50-D463CD612893}">
      <dgm:prSet/>
      <dgm:spPr/>
      <dgm:t>
        <a:bodyPr/>
        <a:lstStyle/>
        <a:p>
          <a:endParaRPr lang="en-US"/>
        </a:p>
      </dgm:t>
    </dgm:pt>
    <dgm:pt modelId="{8156788B-77C8-44A2-81FC-5E040E611560}" type="sibTrans" cxnId="{1CE0293A-591D-4E56-9B50-D463CD612893}">
      <dgm:prSet/>
      <dgm:spPr/>
      <dgm:t>
        <a:bodyPr/>
        <a:lstStyle/>
        <a:p>
          <a:endParaRPr lang="en-US"/>
        </a:p>
      </dgm:t>
    </dgm:pt>
    <dgm:pt modelId="{7B48033E-D5E2-40F9-B095-6D1BA50C5AF7}">
      <dgm:prSet/>
      <dgm:spPr/>
      <dgm:t>
        <a:bodyPr/>
        <a:lstStyle/>
        <a:p>
          <a:r>
            <a:rPr lang="en-GB" b="1"/>
            <a:t>Improved ANN</a:t>
          </a:r>
          <a:r>
            <a:rPr lang="en-GB"/>
            <a:t>: Added dropout regularisation to reduce overfitting</a:t>
          </a:r>
          <a:endParaRPr lang="en-US"/>
        </a:p>
      </dgm:t>
    </dgm:pt>
    <dgm:pt modelId="{E5B85AB6-5803-4F20-BFF4-F0F161F5149A}" type="parTrans" cxnId="{A384E29B-2527-4FBD-B09E-73B1731A3F02}">
      <dgm:prSet/>
      <dgm:spPr/>
      <dgm:t>
        <a:bodyPr/>
        <a:lstStyle/>
        <a:p>
          <a:endParaRPr lang="en-US"/>
        </a:p>
      </dgm:t>
    </dgm:pt>
    <dgm:pt modelId="{D7F4800A-D085-4ECF-96FF-9A6CE9EB2A80}" type="sibTrans" cxnId="{A384E29B-2527-4FBD-B09E-73B1731A3F02}">
      <dgm:prSet/>
      <dgm:spPr/>
      <dgm:t>
        <a:bodyPr/>
        <a:lstStyle/>
        <a:p>
          <a:endParaRPr lang="en-US"/>
        </a:p>
      </dgm:t>
    </dgm:pt>
    <dgm:pt modelId="{01925812-E8D2-4AD3-B4E9-FAE2E16B0DC4}">
      <dgm:prSet/>
      <dgm:spPr/>
      <dgm:t>
        <a:bodyPr/>
        <a:lstStyle/>
        <a:p>
          <a:r>
            <a:rPr lang="en-GB" b="1"/>
            <a:t>Basic CNN</a:t>
          </a:r>
          <a:r>
            <a:rPr lang="en-GB"/>
            <a:t>: 3 convolutional layers ( 32, 64 and 128), ReLU + MaxPooling</a:t>
          </a:r>
          <a:endParaRPr lang="en-US"/>
        </a:p>
      </dgm:t>
    </dgm:pt>
    <dgm:pt modelId="{94EEDE9C-CD20-49C1-A835-7584D1B72747}" type="parTrans" cxnId="{4A88F055-4789-4D7A-8153-7A5747820A90}">
      <dgm:prSet/>
      <dgm:spPr/>
      <dgm:t>
        <a:bodyPr/>
        <a:lstStyle/>
        <a:p>
          <a:endParaRPr lang="en-US"/>
        </a:p>
      </dgm:t>
    </dgm:pt>
    <dgm:pt modelId="{DA5BFF4B-E616-492B-ABBC-C5392BAE290E}" type="sibTrans" cxnId="{4A88F055-4789-4D7A-8153-7A5747820A90}">
      <dgm:prSet/>
      <dgm:spPr/>
      <dgm:t>
        <a:bodyPr/>
        <a:lstStyle/>
        <a:p>
          <a:endParaRPr lang="en-US"/>
        </a:p>
      </dgm:t>
    </dgm:pt>
    <dgm:pt modelId="{36A110D6-1B05-4D1D-8482-863C1833D406}">
      <dgm:prSet/>
      <dgm:spPr/>
      <dgm:t>
        <a:bodyPr/>
        <a:lstStyle/>
        <a:p>
          <a:r>
            <a:rPr lang="en-GB" b="1"/>
            <a:t>Improved CNN</a:t>
          </a:r>
          <a:r>
            <a:rPr lang="en-GB"/>
            <a:t>: Added Data Augumentation and Dropout for better stability and accuracy</a:t>
          </a:r>
          <a:endParaRPr lang="en-US"/>
        </a:p>
      </dgm:t>
    </dgm:pt>
    <dgm:pt modelId="{62CEBC69-6B47-4F7F-9C39-379A68012EBD}" type="parTrans" cxnId="{7F153A30-AD73-4CEE-A186-29F5123AE6B5}">
      <dgm:prSet/>
      <dgm:spPr/>
      <dgm:t>
        <a:bodyPr/>
        <a:lstStyle/>
        <a:p>
          <a:endParaRPr lang="en-US"/>
        </a:p>
      </dgm:t>
    </dgm:pt>
    <dgm:pt modelId="{B038767E-270F-4FC2-AF3B-C56E96FFA5FA}" type="sibTrans" cxnId="{7F153A30-AD73-4CEE-A186-29F5123AE6B5}">
      <dgm:prSet/>
      <dgm:spPr/>
      <dgm:t>
        <a:bodyPr/>
        <a:lstStyle/>
        <a:p>
          <a:endParaRPr lang="en-US"/>
        </a:p>
      </dgm:t>
    </dgm:pt>
    <dgm:pt modelId="{4FD0E03E-6397-4CD2-A9D0-F31135AAD550}" type="pres">
      <dgm:prSet presAssocID="{536EC952-6225-48FA-BA24-ABD169918632}" presName="vert0" presStyleCnt="0">
        <dgm:presLayoutVars>
          <dgm:dir/>
          <dgm:animOne val="branch"/>
          <dgm:animLvl val="lvl"/>
        </dgm:presLayoutVars>
      </dgm:prSet>
      <dgm:spPr/>
    </dgm:pt>
    <dgm:pt modelId="{36A339B6-47EA-46B5-AE22-5D4E55DCC6BF}" type="pres">
      <dgm:prSet presAssocID="{B7E2944B-3E11-45B5-85F6-16C198544117}" presName="thickLine" presStyleLbl="alignNode1" presStyleIdx="0" presStyleCnt="4"/>
      <dgm:spPr/>
    </dgm:pt>
    <dgm:pt modelId="{3DAC0AF8-FF8D-4486-86A8-27C19F98E17E}" type="pres">
      <dgm:prSet presAssocID="{B7E2944B-3E11-45B5-85F6-16C198544117}" presName="horz1" presStyleCnt="0"/>
      <dgm:spPr/>
    </dgm:pt>
    <dgm:pt modelId="{5A7E40EC-A4A8-45C8-A389-64E8E7C62071}" type="pres">
      <dgm:prSet presAssocID="{B7E2944B-3E11-45B5-85F6-16C198544117}" presName="tx1" presStyleLbl="revTx" presStyleIdx="0" presStyleCnt="4"/>
      <dgm:spPr/>
    </dgm:pt>
    <dgm:pt modelId="{5BB9AA35-AF2F-448A-8D03-23CB6BEDCB4D}" type="pres">
      <dgm:prSet presAssocID="{B7E2944B-3E11-45B5-85F6-16C198544117}" presName="vert1" presStyleCnt="0"/>
      <dgm:spPr/>
    </dgm:pt>
    <dgm:pt modelId="{739C8437-D9A0-428C-A747-092AC6147C47}" type="pres">
      <dgm:prSet presAssocID="{7B48033E-D5E2-40F9-B095-6D1BA50C5AF7}" presName="thickLine" presStyleLbl="alignNode1" presStyleIdx="1" presStyleCnt="4"/>
      <dgm:spPr/>
    </dgm:pt>
    <dgm:pt modelId="{CEAFB659-4E88-4061-9224-AEE21D1DEAE8}" type="pres">
      <dgm:prSet presAssocID="{7B48033E-D5E2-40F9-B095-6D1BA50C5AF7}" presName="horz1" presStyleCnt="0"/>
      <dgm:spPr/>
    </dgm:pt>
    <dgm:pt modelId="{9CE422C5-6771-400F-B2AB-5A6B39905D35}" type="pres">
      <dgm:prSet presAssocID="{7B48033E-D5E2-40F9-B095-6D1BA50C5AF7}" presName="tx1" presStyleLbl="revTx" presStyleIdx="1" presStyleCnt="4"/>
      <dgm:spPr/>
    </dgm:pt>
    <dgm:pt modelId="{494FA1A9-C5CA-4BEC-AF61-90F45E9EBD6D}" type="pres">
      <dgm:prSet presAssocID="{7B48033E-D5E2-40F9-B095-6D1BA50C5AF7}" presName="vert1" presStyleCnt="0"/>
      <dgm:spPr/>
    </dgm:pt>
    <dgm:pt modelId="{F8BFD915-45AE-4496-8352-2DC5520084E9}" type="pres">
      <dgm:prSet presAssocID="{01925812-E8D2-4AD3-B4E9-FAE2E16B0DC4}" presName="thickLine" presStyleLbl="alignNode1" presStyleIdx="2" presStyleCnt="4"/>
      <dgm:spPr/>
    </dgm:pt>
    <dgm:pt modelId="{2AAE8782-D285-45FC-9B80-4999F3B67465}" type="pres">
      <dgm:prSet presAssocID="{01925812-E8D2-4AD3-B4E9-FAE2E16B0DC4}" presName="horz1" presStyleCnt="0"/>
      <dgm:spPr/>
    </dgm:pt>
    <dgm:pt modelId="{211A1B4C-3679-4689-977C-7E106808E870}" type="pres">
      <dgm:prSet presAssocID="{01925812-E8D2-4AD3-B4E9-FAE2E16B0DC4}" presName="tx1" presStyleLbl="revTx" presStyleIdx="2" presStyleCnt="4"/>
      <dgm:spPr/>
    </dgm:pt>
    <dgm:pt modelId="{ED1CF31A-93DA-49EB-B714-30D3D64C8E48}" type="pres">
      <dgm:prSet presAssocID="{01925812-E8D2-4AD3-B4E9-FAE2E16B0DC4}" presName="vert1" presStyleCnt="0"/>
      <dgm:spPr/>
    </dgm:pt>
    <dgm:pt modelId="{A3770C04-0921-4633-9C32-0162090D6D83}" type="pres">
      <dgm:prSet presAssocID="{36A110D6-1B05-4D1D-8482-863C1833D406}" presName="thickLine" presStyleLbl="alignNode1" presStyleIdx="3" presStyleCnt="4"/>
      <dgm:spPr/>
    </dgm:pt>
    <dgm:pt modelId="{721ED012-624F-4A93-8F9A-CCFD9550C593}" type="pres">
      <dgm:prSet presAssocID="{36A110D6-1B05-4D1D-8482-863C1833D406}" presName="horz1" presStyleCnt="0"/>
      <dgm:spPr/>
    </dgm:pt>
    <dgm:pt modelId="{3001B27B-7A6C-46E5-9125-E3E9635C03B4}" type="pres">
      <dgm:prSet presAssocID="{36A110D6-1B05-4D1D-8482-863C1833D406}" presName="tx1" presStyleLbl="revTx" presStyleIdx="3" presStyleCnt="4"/>
      <dgm:spPr/>
    </dgm:pt>
    <dgm:pt modelId="{A72402F1-C5B1-4A1C-B439-39DC14509C83}" type="pres">
      <dgm:prSet presAssocID="{36A110D6-1B05-4D1D-8482-863C1833D406}" presName="vert1" presStyleCnt="0"/>
      <dgm:spPr/>
    </dgm:pt>
  </dgm:ptLst>
  <dgm:cxnLst>
    <dgm:cxn modelId="{7F153A30-AD73-4CEE-A186-29F5123AE6B5}" srcId="{536EC952-6225-48FA-BA24-ABD169918632}" destId="{36A110D6-1B05-4D1D-8482-863C1833D406}" srcOrd="3" destOrd="0" parTransId="{62CEBC69-6B47-4F7F-9C39-379A68012EBD}" sibTransId="{B038767E-270F-4FC2-AF3B-C56E96FFA5FA}"/>
    <dgm:cxn modelId="{1CE0293A-591D-4E56-9B50-D463CD612893}" srcId="{536EC952-6225-48FA-BA24-ABD169918632}" destId="{B7E2944B-3E11-45B5-85F6-16C198544117}" srcOrd="0" destOrd="0" parTransId="{98B0FBA8-1E39-4CD7-A6F9-6552E22D6930}" sibTransId="{8156788B-77C8-44A2-81FC-5E040E611560}"/>
    <dgm:cxn modelId="{D6DCE53E-06EF-460A-ADED-AB7189653EE7}" type="presOf" srcId="{36A110D6-1B05-4D1D-8482-863C1833D406}" destId="{3001B27B-7A6C-46E5-9125-E3E9635C03B4}" srcOrd="0" destOrd="0" presId="urn:microsoft.com/office/officeart/2008/layout/LinedList"/>
    <dgm:cxn modelId="{A9A43A5F-4C30-4780-8685-A41C3B711391}" type="presOf" srcId="{7B48033E-D5E2-40F9-B095-6D1BA50C5AF7}" destId="{9CE422C5-6771-400F-B2AB-5A6B39905D35}" srcOrd="0" destOrd="0" presId="urn:microsoft.com/office/officeart/2008/layout/LinedList"/>
    <dgm:cxn modelId="{E37F6974-33E0-4985-B78A-6AC688F357BB}" type="presOf" srcId="{B7E2944B-3E11-45B5-85F6-16C198544117}" destId="{5A7E40EC-A4A8-45C8-A389-64E8E7C62071}" srcOrd="0" destOrd="0" presId="urn:microsoft.com/office/officeart/2008/layout/LinedList"/>
    <dgm:cxn modelId="{4A88F055-4789-4D7A-8153-7A5747820A90}" srcId="{536EC952-6225-48FA-BA24-ABD169918632}" destId="{01925812-E8D2-4AD3-B4E9-FAE2E16B0DC4}" srcOrd="2" destOrd="0" parTransId="{94EEDE9C-CD20-49C1-A835-7584D1B72747}" sibTransId="{DA5BFF4B-E616-492B-ABBC-C5392BAE290E}"/>
    <dgm:cxn modelId="{A384E29B-2527-4FBD-B09E-73B1731A3F02}" srcId="{536EC952-6225-48FA-BA24-ABD169918632}" destId="{7B48033E-D5E2-40F9-B095-6D1BA50C5AF7}" srcOrd="1" destOrd="0" parTransId="{E5B85AB6-5803-4F20-BFF4-F0F161F5149A}" sibTransId="{D7F4800A-D085-4ECF-96FF-9A6CE9EB2A80}"/>
    <dgm:cxn modelId="{3A37779D-3C07-4F0C-98B3-11157903A077}" type="presOf" srcId="{536EC952-6225-48FA-BA24-ABD169918632}" destId="{4FD0E03E-6397-4CD2-A9D0-F31135AAD550}" srcOrd="0" destOrd="0" presId="urn:microsoft.com/office/officeart/2008/layout/LinedList"/>
    <dgm:cxn modelId="{2E1084FA-79F0-4006-8BE0-905FEE27D4CB}" type="presOf" srcId="{01925812-E8D2-4AD3-B4E9-FAE2E16B0DC4}" destId="{211A1B4C-3679-4689-977C-7E106808E870}" srcOrd="0" destOrd="0" presId="urn:microsoft.com/office/officeart/2008/layout/LinedList"/>
    <dgm:cxn modelId="{CBD0F25B-A980-4092-A7DB-1BD788D2E0E2}" type="presParOf" srcId="{4FD0E03E-6397-4CD2-A9D0-F31135AAD550}" destId="{36A339B6-47EA-46B5-AE22-5D4E55DCC6BF}" srcOrd="0" destOrd="0" presId="urn:microsoft.com/office/officeart/2008/layout/LinedList"/>
    <dgm:cxn modelId="{1AB2DF04-63E6-4EA8-943B-6E1471513BA5}" type="presParOf" srcId="{4FD0E03E-6397-4CD2-A9D0-F31135AAD550}" destId="{3DAC0AF8-FF8D-4486-86A8-27C19F98E17E}" srcOrd="1" destOrd="0" presId="urn:microsoft.com/office/officeart/2008/layout/LinedList"/>
    <dgm:cxn modelId="{C7761137-B570-4D99-A890-6B7218A7FF16}" type="presParOf" srcId="{3DAC0AF8-FF8D-4486-86A8-27C19F98E17E}" destId="{5A7E40EC-A4A8-45C8-A389-64E8E7C62071}" srcOrd="0" destOrd="0" presId="urn:microsoft.com/office/officeart/2008/layout/LinedList"/>
    <dgm:cxn modelId="{0EE4590B-8CEB-4F14-9AF0-4936DC2A97A1}" type="presParOf" srcId="{3DAC0AF8-FF8D-4486-86A8-27C19F98E17E}" destId="{5BB9AA35-AF2F-448A-8D03-23CB6BEDCB4D}" srcOrd="1" destOrd="0" presId="urn:microsoft.com/office/officeart/2008/layout/LinedList"/>
    <dgm:cxn modelId="{090F4D8D-25AD-4965-9D61-A3B3A8B4C3BF}" type="presParOf" srcId="{4FD0E03E-6397-4CD2-A9D0-F31135AAD550}" destId="{739C8437-D9A0-428C-A747-092AC6147C47}" srcOrd="2" destOrd="0" presId="urn:microsoft.com/office/officeart/2008/layout/LinedList"/>
    <dgm:cxn modelId="{F9488029-583F-4015-A0BF-F56DF3788979}" type="presParOf" srcId="{4FD0E03E-6397-4CD2-A9D0-F31135AAD550}" destId="{CEAFB659-4E88-4061-9224-AEE21D1DEAE8}" srcOrd="3" destOrd="0" presId="urn:microsoft.com/office/officeart/2008/layout/LinedList"/>
    <dgm:cxn modelId="{E602FB62-2E1D-4B63-BB6A-D65D331A3175}" type="presParOf" srcId="{CEAFB659-4E88-4061-9224-AEE21D1DEAE8}" destId="{9CE422C5-6771-400F-B2AB-5A6B39905D35}" srcOrd="0" destOrd="0" presId="urn:microsoft.com/office/officeart/2008/layout/LinedList"/>
    <dgm:cxn modelId="{68363E1C-0114-4F71-B640-6684BFB28E5D}" type="presParOf" srcId="{CEAFB659-4E88-4061-9224-AEE21D1DEAE8}" destId="{494FA1A9-C5CA-4BEC-AF61-90F45E9EBD6D}" srcOrd="1" destOrd="0" presId="urn:microsoft.com/office/officeart/2008/layout/LinedList"/>
    <dgm:cxn modelId="{85FE06E9-9FDA-4853-A435-403B879CA453}" type="presParOf" srcId="{4FD0E03E-6397-4CD2-A9D0-F31135AAD550}" destId="{F8BFD915-45AE-4496-8352-2DC5520084E9}" srcOrd="4" destOrd="0" presId="urn:microsoft.com/office/officeart/2008/layout/LinedList"/>
    <dgm:cxn modelId="{B0856A13-0ECB-414F-82D9-5DCDDB47061D}" type="presParOf" srcId="{4FD0E03E-6397-4CD2-A9D0-F31135AAD550}" destId="{2AAE8782-D285-45FC-9B80-4999F3B67465}" srcOrd="5" destOrd="0" presId="urn:microsoft.com/office/officeart/2008/layout/LinedList"/>
    <dgm:cxn modelId="{B3D51811-C951-43BA-800C-F18D1B8D9C55}" type="presParOf" srcId="{2AAE8782-D285-45FC-9B80-4999F3B67465}" destId="{211A1B4C-3679-4689-977C-7E106808E870}" srcOrd="0" destOrd="0" presId="urn:microsoft.com/office/officeart/2008/layout/LinedList"/>
    <dgm:cxn modelId="{D8924941-400A-4C7C-9D21-9F3E6D98DC71}" type="presParOf" srcId="{2AAE8782-D285-45FC-9B80-4999F3B67465}" destId="{ED1CF31A-93DA-49EB-B714-30D3D64C8E48}" srcOrd="1" destOrd="0" presId="urn:microsoft.com/office/officeart/2008/layout/LinedList"/>
    <dgm:cxn modelId="{15797203-758B-4583-A70F-CE597E2B4B4A}" type="presParOf" srcId="{4FD0E03E-6397-4CD2-A9D0-F31135AAD550}" destId="{A3770C04-0921-4633-9C32-0162090D6D83}" srcOrd="6" destOrd="0" presId="urn:microsoft.com/office/officeart/2008/layout/LinedList"/>
    <dgm:cxn modelId="{F633C944-4031-4CA6-B6CA-713B7B604174}" type="presParOf" srcId="{4FD0E03E-6397-4CD2-A9D0-F31135AAD550}" destId="{721ED012-624F-4A93-8F9A-CCFD9550C593}" srcOrd="7" destOrd="0" presId="urn:microsoft.com/office/officeart/2008/layout/LinedList"/>
    <dgm:cxn modelId="{464ED58F-F6AB-45E5-968A-7AC105E3BB58}" type="presParOf" srcId="{721ED012-624F-4A93-8F9A-CCFD9550C593}" destId="{3001B27B-7A6C-46E5-9125-E3E9635C03B4}" srcOrd="0" destOrd="0" presId="urn:microsoft.com/office/officeart/2008/layout/LinedList"/>
    <dgm:cxn modelId="{BB43978A-11C3-4D72-A029-1CFBC10FB69A}" type="presParOf" srcId="{721ED012-624F-4A93-8F9A-CCFD9550C593}" destId="{A72402F1-C5B1-4A1C-B439-39DC14509C8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D061A6-F995-4970-83CE-67F2F833A7B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CD59DA-7FB3-4729-BB55-3AB024A4E0C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Optimiser: Adam with a learning rate of 0.001 </a:t>
          </a:r>
          <a:endParaRPr lang="en-US"/>
        </a:p>
      </dgm:t>
    </dgm:pt>
    <dgm:pt modelId="{B55A3D1F-D3C7-4926-A556-B266297E0AB9}" type="parTrans" cxnId="{2D8CF3FE-9B65-4B32-B8D2-FEE48E2D9398}">
      <dgm:prSet/>
      <dgm:spPr/>
      <dgm:t>
        <a:bodyPr/>
        <a:lstStyle/>
        <a:p>
          <a:endParaRPr lang="en-US"/>
        </a:p>
      </dgm:t>
    </dgm:pt>
    <dgm:pt modelId="{EBD844DD-47E3-42DC-B9C9-E287DC2EF92F}" type="sibTrans" cxnId="{2D8CF3FE-9B65-4B32-B8D2-FEE48E2D939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0468AE7-541E-403F-A89A-A4A462ADA80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Loss Function: CrossEntropyLoss</a:t>
          </a:r>
          <a:endParaRPr lang="en-US"/>
        </a:p>
      </dgm:t>
    </dgm:pt>
    <dgm:pt modelId="{044DBEB5-19C2-433A-9A8D-515EE3F83668}" type="parTrans" cxnId="{A950890B-BEC9-4E91-9E7F-52A16D305275}">
      <dgm:prSet/>
      <dgm:spPr/>
      <dgm:t>
        <a:bodyPr/>
        <a:lstStyle/>
        <a:p>
          <a:endParaRPr lang="en-US"/>
        </a:p>
      </dgm:t>
    </dgm:pt>
    <dgm:pt modelId="{4315C802-36CA-4462-A754-A7B54F14B603}" type="sibTrans" cxnId="{A950890B-BEC9-4E91-9E7F-52A16D30527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50B7A56-1E58-466E-8884-958E52C7BB5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Hardware: Runs on CPU or GPU automatically</a:t>
          </a:r>
          <a:endParaRPr lang="en-US"/>
        </a:p>
      </dgm:t>
    </dgm:pt>
    <dgm:pt modelId="{ADFA3B75-22CD-4736-8BD4-074FF9BD2CC8}" type="parTrans" cxnId="{C5FB65BC-03DE-475F-9B7E-A1608D00D890}">
      <dgm:prSet/>
      <dgm:spPr/>
      <dgm:t>
        <a:bodyPr/>
        <a:lstStyle/>
        <a:p>
          <a:endParaRPr lang="en-US"/>
        </a:p>
      </dgm:t>
    </dgm:pt>
    <dgm:pt modelId="{611E1F69-693D-4941-A070-F8C8A44D8882}" type="sibTrans" cxnId="{C5FB65BC-03DE-475F-9B7E-A1608D00D89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E9B037-0D23-4679-97CA-3E7F32DD73F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Epochs: 10-25, depending on model complexity.</a:t>
          </a:r>
          <a:endParaRPr lang="en-US"/>
        </a:p>
      </dgm:t>
    </dgm:pt>
    <dgm:pt modelId="{2BD95549-B268-44CD-844B-53E4AD579540}" type="parTrans" cxnId="{0E89D7D1-B2A7-444A-8FBF-7679B2EF3938}">
      <dgm:prSet/>
      <dgm:spPr/>
      <dgm:t>
        <a:bodyPr/>
        <a:lstStyle/>
        <a:p>
          <a:endParaRPr lang="en-US"/>
        </a:p>
      </dgm:t>
    </dgm:pt>
    <dgm:pt modelId="{77EA83E5-A0CA-4EF9-A472-78B42A4D9905}" type="sibTrans" cxnId="{0E89D7D1-B2A7-444A-8FBF-7679B2EF3938}">
      <dgm:prSet/>
      <dgm:spPr/>
      <dgm:t>
        <a:bodyPr/>
        <a:lstStyle/>
        <a:p>
          <a:endParaRPr lang="en-US"/>
        </a:p>
      </dgm:t>
    </dgm:pt>
    <dgm:pt modelId="{228856C5-68C5-4A88-8D48-9AE877EFCB5F}" type="pres">
      <dgm:prSet presAssocID="{26D061A6-F995-4970-83CE-67F2F833A7BC}" presName="root" presStyleCnt="0">
        <dgm:presLayoutVars>
          <dgm:dir/>
          <dgm:resizeHandles val="exact"/>
        </dgm:presLayoutVars>
      </dgm:prSet>
      <dgm:spPr/>
    </dgm:pt>
    <dgm:pt modelId="{B2C9B378-4267-4D18-B767-E89B25A6C966}" type="pres">
      <dgm:prSet presAssocID="{26D061A6-F995-4970-83CE-67F2F833A7BC}" presName="container" presStyleCnt="0">
        <dgm:presLayoutVars>
          <dgm:dir/>
          <dgm:resizeHandles val="exact"/>
        </dgm:presLayoutVars>
      </dgm:prSet>
      <dgm:spPr/>
    </dgm:pt>
    <dgm:pt modelId="{DCF97BB3-3092-4351-8093-D8FB23E10856}" type="pres">
      <dgm:prSet presAssocID="{A2CD59DA-7FB3-4729-BB55-3AB024A4E0CD}" presName="compNode" presStyleCnt="0"/>
      <dgm:spPr/>
    </dgm:pt>
    <dgm:pt modelId="{9F971354-D59A-4276-9054-AE662BF823CE}" type="pres">
      <dgm:prSet presAssocID="{A2CD59DA-7FB3-4729-BB55-3AB024A4E0CD}" presName="iconBgRect" presStyleLbl="bgShp" presStyleIdx="0" presStyleCnt="4"/>
      <dgm:spPr/>
    </dgm:pt>
    <dgm:pt modelId="{BA5E0299-7F3E-40CB-AD4A-1B7E6999D553}" type="pres">
      <dgm:prSet presAssocID="{A2CD59DA-7FB3-4729-BB55-3AB024A4E0C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825E323E-0883-4DDB-AE7E-F8EB6F6339DE}" type="pres">
      <dgm:prSet presAssocID="{A2CD59DA-7FB3-4729-BB55-3AB024A4E0CD}" presName="spaceRect" presStyleCnt="0"/>
      <dgm:spPr/>
    </dgm:pt>
    <dgm:pt modelId="{12D38755-EA0D-48D3-A809-7C045378FC16}" type="pres">
      <dgm:prSet presAssocID="{A2CD59DA-7FB3-4729-BB55-3AB024A4E0CD}" presName="textRect" presStyleLbl="revTx" presStyleIdx="0" presStyleCnt="4">
        <dgm:presLayoutVars>
          <dgm:chMax val="1"/>
          <dgm:chPref val="1"/>
        </dgm:presLayoutVars>
      </dgm:prSet>
      <dgm:spPr/>
    </dgm:pt>
    <dgm:pt modelId="{161ACAFC-6861-4480-8D97-083F1F2A162F}" type="pres">
      <dgm:prSet presAssocID="{EBD844DD-47E3-42DC-B9C9-E287DC2EF92F}" presName="sibTrans" presStyleLbl="sibTrans2D1" presStyleIdx="0" presStyleCnt="0"/>
      <dgm:spPr/>
    </dgm:pt>
    <dgm:pt modelId="{1DDBFC76-820D-4F48-BD04-A695FE97BC95}" type="pres">
      <dgm:prSet presAssocID="{B0468AE7-541E-403F-A89A-A4A462ADA809}" presName="compNode" presStyleCnt="0"/>
      <dgm:spPr/>
    </dgm:pt>
    <dgm:pt modelId="{1F2F87D9-9609-4F5D-A81C-2E321607C2F5}" type="pres">
      <dgm:prSet presAssocID="{B0468AE7-541E-403F-A89A-A4A462ADA809}" presName="iconBgRect" presStyleLbl="bgShp" presStyleIdx="1" presStyleCnt="4"/>
      <dgm:spPr/>
    </dgm:pt>
    <dgm:pt modelId="{CEACEAB2-ED2C-40D9-8127-CDFB0CAF4FC4}" type="pres">
      <dgm:prSet presAssocID="{B0468AE7-541E-403F-A89A-A4A462ADA80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CBBAB8D-260B-492A-B68A-E6E42D3B4471}" type="pres">
      <dgm:prSet presAssocID="{B0468AE7-541E-403F-A89A-A4A462ADA809}" presName="spaceRect" presStyleCnt="0"/>
      <dgm:spPr/>
    </dgm:pt>
    <dgm:pt modelId="{E3C23EF4-467E-4CC6-97D5-781CF4227412}" type="pres">
      <dgm:prSet presAssocID="{B0468AE7-541E-403F-A89A-A4A462ADA809}" presName="textRect" presStyleLbl="revTx" presStyleIdx="1" presStyleCnt="4">
        <dgm:presLayoutVars>
          <dgm:chMax val="1"/>
          <dgm:chPref val="1"/>
        </dgm:presLayoutVars>
      </dgm:prSet>
      <dgm:spPr/>
    </dgm:pt>
    <dgm:pt modelId="{75D08D65-2FCE-49DC-9405-2F775BB3931E}" type="pres">
      <dgm:prSet presAssocID="{4315C802-36CA-4462-A754-A7B54F14B603}" presName="sibTrans" presStyleLbl="sibTrans2D1" presStyleIdx="0" presStyleCnt="0"/>
      <dgm:spPr/>
    </dgm:pt>
    <dgm:pt modelId="{75043349-D8E1-4E0B-A483-470DFD09AEE3}" type="pres">
      <dgm:prSet presAssocID="{650B7A56-1E58-466E-8884-958E52C7BB5F}" presName="compNode" presStyleCnt="0"/>
      <dgm:spPr/>
    </dgm:pt>
    <dgm:pt modelId="{C6A71CD5-5378-43D5-AE0D-42FC1F9C8714}" type="pres">
      <dgm:prSet presAssocID="{650B7A56-1E58-466E-8884-958E52C7BB5F}" presName="iconBgRect" presStyleLbl="bgShp" presStyleIdx="2" presStyleCnt="4"/>
      <dgm:spPr/>
    </dgm:pt>
    <dgm:pt modelId="{2F2ADCD5-4882-4274-B172-E1113EA0FF44}" type="pres">
      <dgm:prSet presAssocID="{650B7A56-1E58-466E-8884-958E52C7BB5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A476263-8625-4AA6-9369-26A5DA8DB862}" type="pres">
      <dgm:prSet presAssocID="{650B7A56-1E58-466E-8884-958E52C7BB5F}" presName="spaceRect" presStyleCnt="0"/>
      <dgm:spPr/>
    </dgm:pt>
    <dgm:pt modelId="{1573F785-9C8E-4990-9A46-491142E7FFFC}" type="pres">
      <dgm:prSet presAssocID="{650B7A56-1E58-466E-8884-958E52C7BB5F}" presName="textRect" presStyleLbl="revTx" presStyleIdx="2" presStyleCnt="4">
        <dgm:presLayoutVars>
          <dgm:chMax val="1"/>
          <dgm:chPref val="1"/>
        </dgm:presLayoutVars>
      </dgm:prSet>
      <dgm:spPr/>
    </dgm:pt>
    <dgm:pt modelId="{3AD7BE25-0DF3-4833-ADBC-494369CED573}" type="pres">
      <dgm:prSet presAssocID="{611E1F69-693D-4941-A070-F8C8A44D8882}" presName="sibTrans" presStyleLbl="sibTrans2D1" presStyleIdx="0" presStyleCnt="0"/>
      <dgm:spPr/>
    </dgm:pt>
    <dgm:pt modelId="{1DFAD206-597E-4FDF-ABDA-08D2AB3B90C0}" type="pres">
      <dgm:prSet presAssocID="{61E9B037-0D23-4679-97CA-3E7F32DD73F7}" presName="compNode" presStyleCnt="0"/>
      <dgm:spPr/>
    </dgm:pt>
    <dgm:pt modelId="{A72D8506-70AB-46F4-9502-E95CE3B5DB48}" type="pres">
      <dgm:prSet presAssocID="{61E9B037-0D23-4679-97CA-3E7F32DD73F7}" presName="iconBgRect" presStyleLbl="bgShp" presStyleIdx="3" presStyleCnt="4"/>
      <dgm:spPr/>
    </dgm:pt>
    <dgm:pt modelId="{7425A768-8015-4A04-ADC6-CAA8E8FDA9BE}" type="pres">
      <dgm:prSet presAssocID="{61E9B037-0D23-4679-97CA-3E7F32DD73F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4D888B5-15ED-4424-838A-57BA8871F783}" type="pres">
      <dgm:prSet presAssocID="{61E9B037-0D23-4679-97CA-3E7F32DD73F7}" presName="spaceRect" presStyleCnt="0"/>
      <dgm:spPr/>
    </dgm:pt>
    <dgm:pt modelId="{6A3E4A5F-C210-4A1E-AAF2-96A97C232B99}" type="pres">
      <dgm:prSet presAssocID="{61E9B037-0D23-4679-97CA-3E7F32DD73F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950890B-BEC9-4E91-9E7F-52A16D305275}" srcId="{26D061A6-F995-4970-83CE-67F2F833A7BC}" destId="{B0468AE7-541E-403F-A89A-A4A462ADA809}" srcOrd="1" destOrd="0" parTransId="{044DBEB5-19C2-433A-9A8D-515EE3F83668}" sibTransId="{4315C802-36CA-4462-A754-A7B54F14B603}"/>
    <dgm:cxn modelId="{231A2F68-5DFF-4C9F-A6D1-572570154F52}" type="presOf" srcId="{61E9B037-0D23-4679-97CA-3E7F32DD73F7}" destId="{6A3E4A5F-C210-4A1E-AAF2-96A97C232B99}" srcOrd="0" destOrd="0" presId="urn:microsoft.com/office/officeart/2018/2/layout/IconCircleList"/>
    <dgm:cxn modelId="{55F59278-18AA-4273-9C9D-1AE58C92F552}" type="presOf" srcId="{4315C802-36CA-4462-A754-A7B54F14B603}" destId="{75D08D65-2FCE-49DC-9405-2F775BB3931E}" srcOrd="0" destOrd="0" presId="urn:microsoft.com/office/officeart/2018/2/layout/IconCircleList"/>
    <dgm:cxn modelId="{B046F582-DED4-45D9-9F70-DB867DF86895}" type="presOf" srcId="{EBD844DD-47E3-42DC-B9C9-E287DC2EF92F}" destId="{161ACAFC-6861-4480-8D97-083F1F2A162F}" srcOrd="0" destOrd="0" presId="urn:microsoft.com/office/officeart/2018/2/layout/IconCircleList"/>
    <dgm:cxn modelId="{84129398-1995-403C-BC8A-4824C859D01B}" type="presOf" srcId="{650B7A56-1E58-466E-8884-958E52C7BB5F}" destId="{1573F785-9C8E-4990-9A46-491142E7FFFC}" srcOrd="0" destOrd="0" presId="urn:microsoft.com/office/officeart/2018/2/layout/IconCircleList"/>
    <dgm:cxn modelId="{3B81CFB6-DE7E-4298-9EFD-4AADB9B097D6}" type="presOf" srcId="{611E1F69-693D-4941-A070-F8C8A44D8882}" destId="{3AD7BE25-0DF3-4833-ADBC-494369CED573}" srcOrd="0" destOrd="0" presId="urn:microsoft.com/office/officeart/2018/2/layout/IconCircleList"/>
    <dgm:cxn modelId="{C5FB65BC-03DE-475F-9B7E-A1608D00D890}" srcId="{26D061A6-F995-4970-83CE-67F2F833A7BC}" destId="{650B7A56-1E58-466E-8884-958E52C7BB5F}" srcOrd="2" destOrd="0" parTransId="{ADFA3B75-22CD-4736-8BD4-074FF9BD2CC8}" sibTransId="{611E1F69-693D-4941-A070-F8C8A44D8882}"/>
    <dgm:cxn modelId="{0E89D7D1-B2A7-444A-8FBF-7679B2EF3938}" srcId="{26D061A6-F995-4970-83CE-67F2F833A7BC}" destId="{61E9B037-0D23-4679-97CA-3E7F32DD73F7}" srcOrd="3" destOrd="0" parTransId="{2BD95549-B268-44CD-844B-53E4AD579540}" sibTransId="{77EA83E5-A0CA-4EF9-A472-78B42A4D9905}"/>
    <dgm:cxn modelId="{D2A2F7D6-FD68-4B43-849A-B67389DB1CB0}" type="presOf" srcId="{26D061A6-F995-4970-83CE-67F2F833A7BC}" destId="{228856C5-68C5-4A88-8D48-9AE877EFCB5F}" srcOrd="0" destOrd="0" presId="urn:microsoft.com/office/officeart/2018/2/layout/IconCircleList"/>
    <dgm:cxn modelId="{C9D7EBEC-DC8E-4A22-8925-431225179A53}" type="presOf" srcId="{A2CD59DA-7FB3-4729-BB55-3AB024A4E0CD}" destId="{12D38755-EA0D-48D3-A809-7C045378FC16}" srcOrd="0" destOrd="0" presId="urn:microsoft.com/office/officeart/2018/2/layout/IconCircleList"/>
    <dgm:cxn modelId="{32C50CF5-B710-41ED-AD45-3D5708B72A1F}" type="presOf" srcId="{B0468AE7-541E-403F-A89A-A4A462ADA809}" destId="{E3C23EF4-467E-4CC6-97D5-781CF4227412}" srcOrd="0" destOrd="0" presId="urn:microsoft.com/office/officeart/2018/2/layout/IconCircleList"/>
    <dgm:cxn modelId="{2D8CF3FE-9B65-4B32-B8D2-FEE48E2D9398}" srcId="{26D061A6-F995-4970-83CE-67F2F833A7BC}" destId="{A2CD59DA-7FB3-4729-BB55-3AB024A4E0CD}" srcOrd="0" destOrd="0" parTransId="{B55A3D1F-D3C7-4926-A556-B266297E0AB9}" sibTransId="{EBD844DD-47E3-42DC-B9C9-E287DC2EF92F}"/>
    <dgm:cxn modelId="{574A34E8-2242-4CE2-AD77-C0BC45DA4435}" type="presParOf" srcId="{228856C5-68C5-4A88-8D48-9AE877EFCB5F}" destId="{B2C9B378-4267-4D18-B767-E89B25A6C966}" srcOrd="0" destOrd="0" presId="urn:microsoft.com/office/officeart/2018/2/layout/IconCircleList"/>
    <dgm:cxn modelId="{779E3C7E-2ACB-44C6-919C-5D07EBB18AB5}" type="presParOf" srcId="{B2C9B378-4267-4D18-B767-E89B25A6C966}" destId="{DCF97BB3-3092-4351-8093-D8FB23E10856}" srcOrd="0" destOrd="0" presId="urn:microsoft.com/office/officeart/2018/2/layout/IconCircleList"/>
    <dgm:cxn modelId="{682166C0-76C9-4A04-AEC9-344713D9FB36}" type="presParOf" srcId="{DCF97BB3-3092-4351-8093-D8FB23E10856}" destId="{9F971354-D59A-4276-9054-AE662BF823CE}" srcOrd="0" destOrd="0" presId="urn:microsoft.com/office/officeart/2018/2/layout/IconCircleList"/>
    <dgm:cxn modelId="{CB0FBFC3-8DC9-47B4-A29A-B3C06BE17478}" type="presParOf" srcId="{DCF97BB3-3092-4351-8093-D8FB23E10856}" destId="{BA5E0299-7F3E-40CB-AD4A-1B7E6999D553}" srcOrd="1" destOrd="0" presId="urn:microsoft.com/office/officeart/2018/2/layout/IconCircleList"/>
    <dgm:cxn modelId="{28A2CEAC-884A-45C4-9AD2-1D0D746760B9}" type="presParOf" srcId="{DCF97BB3-3092-4351-8093-D8FB23E10856}" destId="{825E323E-0883-4DDB-AE7E-F8EB6F6339DE}" srcOrd="2" destOrd="0" presId="urn:microsoft.com/office/officeart/2018/2/layout/IconCircleList"/>
    <dgm:cxn modelId="{689EEE77-AC3E-48CD-9A3B-52F493BDF418}" type="presParOf" srcId="{DCF97BB3-3092-4351-8093-D8FB23E10856}" destId="{12D38755-EA0D-48D3-A809-7C045378FC16}" srcOrd="3" destOrd="0" presId="urn:microsoft.com/office/officeart/2018/2/layout/IconCircleList"/>
    <dgm:cxn modelId="{B278E2D8-2071-4FBE-995E-65B35CA835FC}" type="presParOf" srcId="{B2C9B378-4267-4D18-B767-E89B25A6C966}" destId="{161ACAFC-6861-4480-8D97-083F1F2A162F}" srcOrd="1" destOrd="0" presId="urn:microsoft.com/office/officeart/2018/2/layout/IconCircleList"/>
    <dgm:cxn modelId="{9A2439CF-CC06-435D-95FE-EC60B39401AE}" type="presParOf" srcId="{B2C9B378-4267-4D18-B767-E89B25A6C966}" destId="{1DDBFC76-820D-4F48-BD04-A695FE97BC95}" srcOrd="2" destOrd="0" presId="urn:microsoft.com/office/officeart/2018/2/layout/IconCircleList"/>
    <dgm:cxn modelId="{35A9E791-68F9-4BBC-B36B-3EB87C0A3940}" type="presParOf" srcId="{1DDBFC76-820D-4F48-BD04-A695FE97BC95}" destId="{1F2F87D9-9609-4F5D-A81C-2E321607C2F5}" srcOrd="0" destOrd="0" presId="urn:microsoft.com/office/officeart/2018/2/layout/IconCircleList"/>
    <dgm:cxn modelId="{5EBF2C44-E199-43CF-8533-F19F4CE3DD1A}" type="presParOf" srcId="{1DDBFC76-820D-4F48-BD04-A695FE97BC95}" destId="{CEACEAB2-ED2C-40D9-8127-CDFB0CAF4FC4}" srcOrd="1" destOrd="0" presId="urn:microsoft.com/office/officeart/2018/2/layout/IconCircleList"/>
    <dgm:cxn modelId="{3CE3667D-C580-4668-A90A-4FA022CFDEBB}" type="presParOf" srcId="{1DDBFC76-820D-4F48-BD04-A695FE97BC95}" destId="{4CBBAB8D-260B-492A-B68A-E6E42D3B4471}" srcOrd="2" destOrd="0" presId="urn:microsoft.com/office/officeart/2018/2/layout/IconCircleList"/>
    <dgm:cxn modelId="{1A8DD147-3D05-4FA6-B365-C83E8810213C}" type="presParOf" srcId="{1DDBFC76-820D-4F48-BD04-A695FE97BC95}" destId="{E3C23EF4-467E-4CC6-97D5-781CF4227412}" srcOrd="3" destOrd="0" presId="urn:microsoft.com/office/officeart/2018/2/layout/IconCircleList"/>
    <dgm:cxn modelId="{7F9D5AC9-DDF2-4B7D-87A8-8811A9DBB9E3}" type="presParOf" srcId="{B2C9B378-4267-4D18-B767-E89B25A6C966}" destId="{75D08D65-2FCE-49DC-9405-2F775BB3931E}" srcOrd="3" destOrd="0" presId="urn:microsoft.com/office/officeart/2018/2/layout/IconCircleList"/>
    <dgm:cxn modelId="{5AB278AA-6EAC-460F-92F3-F89EFFD65E53}" type="presParOf" srcId="{B2C9B378-4267-4D18-B767-E89B25A6C966}" destId="{75043349-D8E1-4E0B-A483-470DFD09AEE3}" srcOrd="4" destOrd="0" presId="urn:microsoft.com/office/officeart/2018/2/layout/IconCircleList"/>
    <dgm:cxn modelId="{0B1EFD57-0CCA-4326-BE8B-61B19997BA1C}" type="presParOf" srcId="{75043349-D8E1-4E0B-A483-470DFD09AEE3}" destId="{C6A71CD5-5378-43D5-AE0D-42FC1F9C8714}" srcOrd="0" destOrd="0" presId="urn:microsoft.com/office/officeart/2018/2/layout/IconCircleList"/>
    <dgm:cxn modelId="{31FB9280-B9DD-4E1C-B763-78D407DDFC50}" type="presParOf" srcId="{75043349-D8E1-4E0B-A483-470DFD09AEE3}" destId="{2F2ADCD5-4882-4274-B172-E1113EA0FF44}" srcOrd="1" destOrd="0" presId="urn:microsoft.com/office/officeart/2018/2/layout/IconCircleList"/>
    <dgm:cxn modelId="{BDDDEC4D-8169-479F-A77B-69CA8B58205C}" type="presParOf" srcId="{75043349-D8E1-4E0B-A483-470DFD09AEE3}" destId="{9A476263-8625-4AA6-9369-26A5DA8DB862}" srcOrd="2" destOrd="0" presId="urn:microsoft.com/office/officeart/2018/2/layout/IconCircleList"/>
    <dgm:cxn modelId="{5234394E-0149-49E1-805E-4AB57DE121EC}" type="presParOf" srcId="{75043349-D8E1-4E0B-A483-470DFD09AEE3}" destId="{1573F785-9C8E-4990-9A46-491142E7FFFC}" srcOrd="3" destOrd="0" presId="urn:microsoft.com/office/officeart/2018/2/layout/IconCircleList"/>
    <dgm:cxn modelId="{7C3B8ED4-698C-4CAE-A895-F00E31058461}" type="presParOf" srcId="{B2C9B378-4267-4D18-B767-E89B25A6C966}" destId="{3AD7BE25-0DF3-4833-ADBC-494369CED573}" srcOrd="5" destOrd="0" presId="urn:microsoft.com/office/officeart/2018/2/layout/IconCircleList"/>
    <dgm:cxn modelId="{D71B7A8C-5458-4FC5-9762-E2FAD76A260D}" type="presParOf" srcId="{B2C9B378-4267-4D18-B767-E89B25A6C966}" destId="{1DFAD206-597E-4FDF-ABDA-08D2AB3B90C0}" srcOrd="6" destOrd="0" presId="urn:microsoft.com/office/officeart/2018/2/layout/IconCircleList"/>
    <dgm:cxn modelId="{15547750-2B1C-46B0-9368-6CC09CB6CC98}" type="presParOf" srcId="{1DFAD206-597E-4FDF-ABDA-08D2AB3B90C0}" destId="{A72D8506-70AB-46F4-9502-E95CE3B5DB48}" srcOrd="0" destOrd="0" presId="urn:microsoft.com/office/officeart/2018/2/layout/IconCircleList"/>
    <dgm:cxn modelId="{82D9D0CC-8EC9-49AD-A77D-AF8DD08D7874}" type="presParOf" srcId="{1DFAD206-597E-4FDF-ABDA-08D2AB3B90C0}" destId="{7425A768-8015-4A04-ADC6-CAA8E8FDA9BE}" srcOrd="1" destOrd="0" presId="urn:microsoft.com/office/officeart/2018/2/layout/IconCircleList"/>
    <dgm:cxn modelId="{A212607B-18D6-402F-B788-744A31159068}" type="presParOf" srcId="{1DFAD206-597E-4FDF-ABDA-08D2AB3B90C0}" destId="{D4D888B5-15ED-4424-838A-57BA8871F783}" srcOrd="2" destOrd="0" presId="urn:microsoft.com/office/officeart/2018/2/layout/IconCircleList"/>
    <dgm:cxn modelId="{3495FEFF-C7D1-400A-9E0D-CB078748A062}" type="presParOf" srcId="{1DFAD206-597E-4FDF-ABDA-08D2AB3B90C0}" destId="{6A3E4A5F-C210-4A1E-AAF2-96A97C232B9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F13731-21AB-4AFF-AB49-4088240EFC7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63249D0-D87E-4913-8422-6873F8B3031B}">
      <dgm:prSet/>
      <dgm:spPr/>
      <dgm:t>
        <a:bodyPr/>
        <a:lstStyle/>
        <a:p>
          <a:r>
            <a:rPr lang="en-GB"/>
            <a:t>ANN Results: Accuracy : 88% Converged: Epoch 10</a:t>
          </a:r>
          <a:endParaRPr lang="en-US"/>
        </a:p>
      </dgm:t>
    </dgm:pt>
    <dgm:pt modelId="{E896B2E1-5C6A-4145-A9D7-A58BD6722CAC}" type="parTrans" cxnId="{8D23225F-AC09-4A10-9E72-8914D430301A}">
      <dgm:prSet/>
      <dgm:spPr/>
      <dgm:t>
        <a:bodyPr/>
        <a:lstStyle/>
        <a:p>
          <a:endParaRPr lang="en-US"/>
        </a:p>
      </dgm:t>
    </dgm:pt>
    <dgm:pt modelId="{179DD228-6667-402F-BDCE-53307E36DB80}" type="sibTrans" cxnId="{8D23225F-AC09-4A10-9E72-8914D430301A}">
      <dgm:prSet/>
      <dgm:spPr/>
      <dgm:t>
        <a:bodyPr/>
        <a:lstStyle/>
        <a:p>
          <a:endParaRPr lang="en-US"/>
        </a:p>
      </dgm:t>
    </dgm:pt>
    <dgm:pt modelId="{61292451-AA7F-40E3-8DE3-DF17685CB0D7}">
      <dgm:prSet/>
      <dgm:spPr/>
      <dgm:t>
        <a:bodyPr/>
        <a:lstStyle/>
        <a:p>
          <a:r>
            <a:rPr lang="en-GB"/>
            <a:t>CNN Results: Accuracy: 90% Converged: Epoch 8</a:t>
          </a:r>
          <a:endParaRPr lang="en-US"/>
        </a:p>
      </dgm:t>
    </dgm:pt>
    <dgm:pt modelId="{8460BA01-7442-4526-BA38-85F7262534E2}" type="parTrans" cxnId="{0B872D58-20B0-492E-9B4C-5237AA501C1C}">
      <dgm:prSet/>
      <dgm:spPr/>
      <dgm:t>
        <a:bodyPr/>
        <a:lstStyle/>
        <a:p>
          <a:endParaRPr lang="en-US"/>
        </a:p>
      </dgm:t>
    </dgm:pt>
    <dgm:pt modelId="{2F093768-6478-48C0-B3C3-D2BD47BE426F}" type="sibTrans" cxnId="{0B872D58-20B0-492E-9B4C-5237AA501C1C}">
      <dgm:prSet/>
      <dgm:spPr/>
      <dgm:t>
        <a:bodyPr/>
        <a:lstStyle/>
        <a:p>
          <a:endParaRPr lang="en-US"/>
        </a:p>
      </dgm:t>
    </dgm:pt>
    <dgm:pt modelId="{5FAD1776-CE32-49A2-B857-CE66D76FC9C2}">
      <dgm:prSet/>
      <dgm:spPr/>
      <dgm:t>
        <a:bodyPr/>
        <a:lstStyle/>
        <a:p>
          <a:r>
            <a:rPr lang="en-GB"/>
            <a:t>Overfitting: both show healthy generalization</a:t>
          </a:r>
          <a:endParaRPr lang="en-US"/>
        </a:p>
      </dgm:t>
    </dgm:pt>
    <dgm:pt modelId="{524D9D1C-95D3-4E2F-B617-A0D6F298A381}" type="parTrans" cxnId="{20BADF9E-D8E0-4326-9A29-90AB538271AE}">
      <dgm:prSet/>
      <dgm:spPr/>
      <dgm:t>
        <a:bodyPr/>
        <a:lstStyle/>
        <a:p>
          <a:endParaRPr lang="en-US"/>
        </a:p>
      </dgm:t>
    </dgm:pt>
    <dgm:pt modelId="{3E4E7273-BB45-45DC-8215-CD3C1BF91825}" type="sibTrans" cxnId="{20BADF9E-D8E0-4326-9A29-90AB538271AE}">
      <dgm:prSet/>
      <dgm:spPr/>
      <dgm:t>
        <a:bodyPr/>
        <a:lstStyle/>
        <a:p>
          <a:endParaRPr lang="en-US"/>
        </a:p>
      </dgm:t>
    </dgm:pt>
    <dgm:pt modelId="{CAAF905F-05A0-4F8B-A3CB-08013F9B377B}" type="pres">
      <dgm:prSet presAssocID="{B3F13731-21AB-4AFF-AB49-4088240EFC7F}" presName="root" presStyleCnt="0">
        <dgm:presLayoutVars>
          <dgm:dir/>
          <dgm:resizeHandles val="exact"/>
        </dgm:presLayoutVars>
      </dgm:prSet>
      <dgm:spPr/>
    </dgm:pt>
    <dgm:pt modelId="{A68D1193-E5E9-48B8-A497-C3A3E6EC8C9D}" type="pres">
      <dgm:prSet presAssocID="{D63249D0-D87E-4913-8422-6873F8B3031B}" presName="compNode" presStyleCnt="0"/>
      <dgm:spPr/>
    </dgm:pt>
    <dgm:pt modelId="{C7669FC4-170E-4F79-8A4D-454F0BF626E0}" type="pres">
      <dgm:prSet presAssocID="{D63249D0-D87E-4913-8422-6873F8B3031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AEDCA04-4EED-4453-BDF0-C5B16A8D0EB3}" type="pres">
      <dgm:prSet presAssocID="{D63249D0-D87E-4913-8422-6873F8B3031B}" presName="spaceRect" presStyleCnt="0"/>
      <dgm:spPr/>
    </dgm:pt>
    <dgm:pt modelId="{F7E7DDDB-4839-4BF1-B0B9-212015A22298}" type="pres">
      <dgm:prSet presAssocID="{D63249D0-D87E-4913-8422-6873F8B3031B}" presName="textRect" presStyleLbl="revTx" presStyleIdx="0" presStyleCnt="3">
        <dgm:presLayoutVars>
          <dgm:chMax val="1"/>
          <dgm:chPref val="1"/>
        </dgm:presLayoutVars>
      </dgm:prSet>
      <dgm:spPr/>
    </dgm:pt>
    <dgm:pt modelId="{8816086E-7BB2-4A60-A62E-DEE401E2B1E2}" type="pres">
      <dgm:prSet presAssocID="{179DD228-6667-402F-BDCE-53307E36DB80}" presName="sibTrans" presStyleCnt="0"/>
      <dgm:spPr/>
    </dgm:pt>
    <dgm:pt modelId="{27996C5C-B7A1-4C66-97F7-6DE5E12F0717}" type="pres">
      <dgm:prSet presAssocID="{61292451-AA7F-40E3-8DE3-DF17685CB0D7}" presName="compNode" presStyleCnt="0"/>
      <dgm:spPr/>
    </dgm:pt>
    <dgm:pt modelId="{8752829F-491E-4D3D-8849-1DE669D7D727}" type="pres">
      <dgm:prSet presAssocID="{61292451-AA7F-40E3-8DE3-DF17685CB0D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B4D32FDA-4E04-4738-A73A-52412C530D22}" type="pres">
      <dgm:prSet presAssocID="{61292451-AA7F-40E3-8DE3-DF17685CB0D7}" presName="spaceRect" presStyleCnt="0"/>
      <dgm:spPr/>
    </dgm:pt>
    <dgm:pt modelId="{F14AC1A3-DCCB-49C7-B978-17404B437034}" type="pres">
      <dgm:prSet presAssocID="{61292451-AA7F-40E3-8DE3-DF17685CB0D7}" presName="textRect" presStyleLbl="revTx" presStyleIdx="1" presStyleCnt="3">
        <dgm:presLayoutVars>
          <dgm:chMax val="1"/>
          <dgm:chPref val="1"/>
        </dgm:presLayoutVars>
      </dgm:prSet>
      <dgm:spPr/>
    </dgm:pt>
    <dgm:pt modelId="{D2CF0EFD-EB49-42AC-9264-D8DD2E9E360B}" type="pres">
      <dgm:prSet presAssocID="{2F093768-6478-48C0-B3C3-D2BD47BE426F}" presName="sibTrans" presStyleCnt="0"/>
      <dgm:spPr/>
    </dgm:pt>
    <dgm:pt modelId="{D8B720CA-857B-4C75-AF91-4A4A15C9EA64}" type="pres">
      <dgm:prSet presAssocID="{5FAD1776-CE32-49A2-B857-CE66D76FC9C2}" presName="compNode" presStyleCnt="0"/>
      <dgm:spPr/>
    </dgm:pt>
    <dgm:pt modelId="{5F1A8F78-624E-4B44-A867-DC76CD3E897A}" type="pres">
      <dgm:prSet presAssocID="{5FAD1776-CE32-49A2-B857-CE66D76FC9C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78F3E980-1296-4F93-880A-844123EAD2DE}" type="pres">
      <dgm:prSet presAssocID="{5FAD1776-CE32-49A2-B857-CE66D76FC9C2}" presName="spaceRect" presStyleCnt="0"/>
      <dgm:spPr/>
    </dgm:pt>
    <dgm:pt modelId="{EA66C957-DCB4-41E5-AF9F-334E52D21436}" type="pres">
      <dgm:prSet presAssocID="{5FAD1776-CE32-49A2-B857-CE66D76FC9C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D23225F-AC09-4A10-9E72-8914D430301A}" srcId="{B3F13731-21AB-4AFF-AB49-4088240EFC7F}" destId="{D63249D0-D87E-4913-8422-6873F8B3031B}" srcOrd="0" destOrd="0" parTransId="{E896B2E1-5C6A-4145-A9D7-A58BD6722CAC}" sibTransId="{179DD228-6667-402F-BDCE-53307E36DB80}"/>
    <dgm:cxn modelId="{10848B5F-FA13-49D6-A457-E6FA83A8035F}" type="presOf" srcId="{61292451-AA7F-40E3-8DE3-DF17685CB0D7}" destId="{F14AC1A3-DCCB-49C7-B978-17404B437034}" srcOrd="0" destOrd="0" presId="urn:microsoft.com/office/officeart/2018/2/layout/IconLabelList"/>
    <dgm:cxn modelId="{0B872D58-20B0-492E-9B4C-5237AA501C1C}" srcId="{B3F13731-21AB-4AFF-AB49-4088240EFC7F}" destId="{61292451-AA7F-40E3-8DE3-DF17685CB0D7}" srcOrd="1" destOrd="0" parTransId="{8460BA01-7442-4526-BA38-85F7262534E2}" sibTransId="{2F093768-6478-48C0-B3C3-D2BD47BE426F}"/>
    <dgm:cxn modelId="{9495298D-6720-4565-9C8B-0233B53BD5D0}" type="presOf" srcId="{B3F13731-21AB-4AFF-AB49-4088240EFC7F}" destId="{CAAF905F-05A0-4F8B-A3CB-08013F9B377B}" srcOrd="0" destOrd="0" presId="urn:microsoft.com/office/officeart/2018/2/layout/IconLabelList"/>
    <dgm:cxn modelId="{D7E0609B-8891-4C81-9CBB-F7BDD6F07893}" type="presOf" srcId="{D63249D0-D87E-4913-8422-6873F8B3031B}" destId="{F7E7DDDB-4839-4BF1-B0B9-212015A22298}" srcOrd="0" destOrd="0" presId="urn:microsoft.com/office/officeart/2018/2/layout/IconLabelList"/>
    <dgm:cxn modelId="{20BADF9E-D8E0-4326-9A29-90AB538271AE}" srcId="{B3F13731-21AB-4AFF-AB49-4088240EFC7F}" destId="{5FAD1776-CE32-49A2-B857-CE66D76FC9C2}" srcOrd="2" destOrd="0" parTransId="{524D9D1C-95D3-4E2F-B617-A0D6F298A381}" sibTransId="{3E4E7273-BB45-45DC-8215-CD3C1BF91825}"/>
    <dgm:cxn modelId="{486962FC-2F3D-4EAA-AC4B-6F0808EE0E51}" type="presOf" srcId="{5FAD1776-CE32-49A2-B857-CE66D76FC9C2}" destId="{EA66C957-DCB4-41E5-AF9F-334E52D21436}" srcOrd="0" destOrd="0" presId="urn:microsoft.com/office/officeart/2018/2/layout/IconLabelList"/>
    <dgm:cxn modelId="{BF828F4A-F4B6-47EA-AD76-16D0D554721A}" type="presParOf" srcId="{CAAF905F-05A0-4F8B-A3CB-08013F9B377B}" destId="{A68D1193-E5E9-48B8-A497-C3A3E6EC8C9D}" srcOrd="0" destOrd="0" presId="urn:microsoft.com/office/officeart/2018/2/layout/IconLabelList"/>
    <dgm:cxn modelId="{877344CB-0EB2-4E9E-A8DB-C9A7A78376DA}" type="presParOf" srcId="{A68D1193-E5E9-48B8-A497-C3A3E6EC8C9D}" destId="{C7669FC4-170E-4F79-8A4D-454F0BF626E0}" srcOrd="0" destOrd="0" presId="urn:microsoft.com/office/officeart/2018/2/layout/IconLabelList"/>
    <dgm:cxn modelId="{2599C304-8AF2-4775-AD16-B42FC33D565B}" type="presParOf" srcId="{A68D1193-E5E9-48B8-A497-C3A3E6EC8C9D}" destId="{FAEDCA04-4EED-4453-BDF0-C5B16A8D0EB3}" srcOrd="1" destOrd="0" presId="urn:microsoft.com/office/officeart/2018/2/layout/IconLabelList"/>
    <dgm:cxn modelId="{B86BF2A3-B1B7-476C-B7C2-47CCE89A05E0}" type="presParOf" srcId="{A68D1193-E5E9-48B8-A497-C3A3E6EC8C9D}" destId="{F7E7DDDB-4839-4BF1-B0B9-212015A22298}" srcOrd="2" destOrd="0" presId="urn:microsoft.com/office/officeart/2018/2/layout/IconLabelList"/>
    <dgm:cxn modelId="{0C454B81-CA47-4386-B921-4A8F751D14B5}" type="presParOf" srcId="{CAAF905F-05A0-4F8B-A3CB-08013F9B377B}" destId="{8816086E-7BB2-4A60-A62E-DEE401E2B1E2}" srcOrd="1" destOrd="0" presId="urn:microsoft.com/office/officeart/2018/2/layout/IconLabelList"/>
    <dgm:cxn modelId="{E68CFFF9-1EB0-491F-BDDE-4CD04DCDAFD0}" type="presParOf" srcId="{CAAF905F-05A0-4F8B-A3CB-08013F9B377B}" destId="{27996C5C-B7A1-4C66-97F7-6DE5E12F0717}" srcOrd="2" destOrd="0" presId="urn:microsoft.com/office/officeart/2018/2/layout/IconLabelList"/>
    <dgm:cxn modelId="{F4C918AB-AAEC-4275-AB85-6AE67BED3F08}" type="presParOf" srcId="{27996C5C-B7A1-4C66-97F7-6DE5E12F0717}" destId="{8752829F-491E-4D3D-8849-1DE669D7D727}" srcOrd="0" destOrd="0" presId="urn:microsoft.com/office/officeart/2018/2/layout/IconLabelList"/>
    <dgm:cxn modelId="{980CF4E2-F70A-42AC-A174-538AB766A5EC}" type="presParOf" srcId="{27996C5C-B7A1-4C66-97F7-6DE5E12F0717}" destId="{B4D32FDA-4E04-4738-A73A-52412C530D22}" srcOrd="1" destOrd="0" presId="urn:microsoft.com/office/officeart/2018/2/layout/IconLabelList"/>
    <dgm:cxn modelId="{12821CAB-46E6-4F46-B0A4-E630BB96EF25}" type="presParOf" srcId="{27996C5C-B7A1-4C66-97F7-6DE5E12F0717}" destId="{F14AC1A3-DCCB-49C7-B978-17404B437034}" srcOrd="2" destOrd="0" presId="urn:microsoft.com/office/officeart/2018/2/layout/IconLabelList"/>
    <dgm:cxn modelId="{E541CBD9-EB31-4E1D-BC6E-09BB8868D7C8}" type="presParOf" srcId="{CAAF905F-05A0-4F8B-A3CB-08013F9B377B}" destId="{D2CF0EFD-EB49-42AC-9264-D8DD2E9E360B}" srcOrd="3" destOrd="0" presId="urn:microsoft.com/office/officeart/2018/2/layout/IconLabelList"/>
    <dgm:cxn modelId="{EAE98436-1BAF-45FD-8633-BF5C99DC96BC}" type="presParOf" srcId="{CAAF905F-05A0-4F8B-A3CB-08013F9B377B}" destId="{D8B720CA-857B-4C75-AF91-4A4A15C9EA64}" srcOrd="4" destOrd="0" presId="urn:microsoft.com/office/officeart/2018/2/layout/IconLabelList"/>
    <dgm:cxn modelId="{2D306C19-84BD-4072-BCEB-19038149C18D}" type="presParOf" srcId="{D8B720CA-857B-4C75-AF91-4A4A15C9EA64}" destId="{5F1A8F78-624E-4B44-A867-DC76CD3E897A}" srcOrd="0" destOrd="0" presId="urn:microsoft.com/office/officeart/2018/2/layout/IconLabelList"/>
    <dgm:cxn modelId="{31A8E6AD-46AA-4D21-904D-94450E9E49C0}" type="presParOf" srcId="{D8B720CA-857B-4C75-AF91-4A4A15C9EA64}" destId="{78F3E980-1296-4F93-880A-844123EAD2DE}" srcOrd="1" destOrd="0" presId="urn:microsoft.com/office/officeart/2018/2/layout/IconLabelList"/>
    <dgm:cxn modelId="{7C85F431-CA3B-4335-B331-94A6139A665E}" type="presParOf" srcId="{D8B720CA-857B-4C75-AF91-4A4A15C9EA64}" destId="{EA66C957-DCB4-41E5-AF9F-334E52D2143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532C90C-DBA4-4B4F-B1E3-C56AC35D2A3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53782A-A560-434C-8568-EB187166D949}">
      <dgm:prSet/>
      <dgm:spPr/>
      <dgm:t>
        <a:bodyPr/>
        <a:lstStyle/>
        <a:p>
          <a:r>
            <a:rPr lang="en-GB"/>
            <a:t>CNN outperforms ANN with accuracy of 90% vs 88% respectively due to spatial feature extraction from images</a:t>
          </a:r>
          <a:endParaRPr lang="en-US"/>
        </a:p>
      </dgm:t>
    </dgm:pt>
    <dgm:pt modelId="{EA7790DB-AFCD-49DD-B823-98C3CC0AD98A}" type="parTrans" cxnId="{153338A5-8555-4A75-A9F0-1B60DDC21D27}">
      <dgm:prSet/>
      <dgm:spPr/>
      <dgm:t>
        <a:bodyPr/>
        <a:lstStyle/>
        <a:p>
          <a:endParaRPr lang="en-US"/>
        </a:p>
      </dgm:t>
    </dgm:pt>
    <dgm:pt modelId="{9EDAE578-B453-4051-A141-5DC34AB80C9B}" type="sibTrans" cxnId="{153338A5-8555-4A75-A9F0-1B60DDC21D27}">
      <dgm:prSet/>
      <dgm:spPr/>
      <dgm:t>
        <a:bodyPr/>
        <a:lstStyle/>
        <a:p>
          <a:endParaRPr lang="en-US"/>
        </a:p>
      </dgm:t>
    </dgm:pt>
    <dgm:pt modelId="{E3782BAE-26AD-4292-BFA7-479BEDD4BD4F}">
      <dgm:prSet/>
      <dgm:spPr/>
      <dgm:t>
        <a:bodyPr/>
        <a:lstStyle/>
        <a:p>
          <a:r>
            <a:rPr lang="en-GB"/>
            <a:t>Dropout and Data augmentation improves generalization and reduce overfitting</a:t>
          </a:r>
          <a:endParaRPr lang="en-US"/>
        </a:p>
      </dgm:t>
    </dgm:pt>
    <dgm:pt modelId="{B44DF592-6ED0-4FBD-B908-0FA0547F5C85}" type="parTrans" cxnId="{1D50389F-B075-4A4B-939A-5A1691DDEA03}">
      <dgm:prSet/>
      <dgm:spPr/>
      <dgm:t>
        <a:bodyPr/>
        <a:lstStyle/>
        <a:p>
          <a:endParaRPr lang="en-US"/>
        </a:p>
      </dgm:t>
    </dgm:pt>
    <dgm:pt modelId="{828CB7EB-462E-4528-98C5-9A604D026B6F}" type="sibTrans" cxnId="{1D50389F-B075-4A4B-939A-5A1691DDEA03}">
      <dgm:prSet/>
      <dgm:spPr/>
      <dgm:t>
        <a:bodyPr/>
        <a:lstStyle/>
        <a:p>
          <a:endParaRPr lang="en-US"/>
        </a:p>
      </dgm:t>
    </dgm:pt>
    <dgm:pt modelId="{2EB3BE89-AF99-4CC6-9013-D2CF91A259CB}">
      <dgm:prSet/>
      <dgm:spPr/>
      <dgm:t>
        <a:bodyPr/>
        <a:lstStyle/>
        <a:p>
          <a:r>
            <a:rPr lang="en-GB"/>
            <a:t>Visually similar classes(Shirt vs T-shirt) showed reduced confusion in CNN</a:t>
          </a:r>
          <a:endParaRPr lang="en-US"/>
        </a:p>
      </dgm:t>
    </dgm:pt>
    <dgm:pt modelId="{651DCE8D-C181-43C6-8876-CCD1D23C26F5}" type="parTrans" cxnId="{F91D43C6-14D1-4677-987D-D03AC6F6087B}">
      <dgm:prSet/>
      <dgm:spPr/>
      <dgm:t>
        <a:bodyPr/>
        <a:lstStyle/>
        <a:p>
          <a:endParaRPr lang="en-US"/>
        </a:p>
      </dgm:t>
    </dgm:pt>
    <dgm:pt modelId="{9FD74A63-4044-4E25-BE99-CD83493290B9}" type="sibTrans" cxnId="{F91D43C6-14D1-4677-987D-D03AC6F6087B}">
      <dgm:prSet/>
      <dgm:spPr/>
      <dgm:t>
        <a:bodyPr/>
        <a:lstStyle/>
        <a:p>
          <a:endParaRPr lang="en-US"/>
        </a:p>
      </dgm:t>
    </dgm:pt>
    <dgm:pt modelId="{47A21C56-B140-480B-90F6-3F95F1481C64}" type="pres">
      <dgm:prSet presAssocID="{1532C90C-DBA4-4B4F-B1E3-C56AC35D2A3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DA3D566-C7F1-4B84-9C20-CED1021F07EC}" type="pres">
      <dgm:prSet presAssocID="{5553782A-A560-434C-8568-EB187166D949}" presName="hierRoot1" presStyleCnt="0"/>
      <dgm:spPr/>
    </dgm:pt>
    <dgm:pt modelId="{00BD8EDB-CD2C-4903-9B61-6AA423950670}" type="pres">
      <dgm:prSet presAssocID="{5553782A-A560-434C-8568-EB187166D949}" presName="composite" presStyleCnt="0"/>
      <dgm:spPr/>
    </dgm:pt>
    <dgm:pt modelId="{8C98F109-E116-490A-AD80-5834888F4527}" type="pres">
      <dgm:prSet presAssocID="{5553782A-A560-434C-8568-EB187166D949}" presName="background" presStyleLbl="node0" presStyleIdx="0" presStyleCnt="3"/>
      <dgm:spPr/>
    </dgm:pt>
    <dgm:pt modelId="{E0884E82-E334-42AD-8006-43D307617829}" type="pres">
      <dgm:prSet presAssocID="{5553782A-A560-434C-8568-EB187166D949}" presName="text" presStyleLbl="fgAcc0" presStyleIdx="0" presStyleCnt="3">
        <dgm:presLayoutVars>
          <dgm:chPref val="3"/>
        </dgm:presLayoutVars>
      </dgm:prSet>
      <dgm:spPr/>
    </dgm:pt>
    <dgm:pt modelId="{6EDB2C7F-4A0B-4D0C-B3B4-942C3E698D07}" type="pres">
      <dgm:prSet presAssocID="{5553782A-A560-434C-8568-EB187166D949}" presName="hierChild2" presStyleCnt="0"/>
      <dgm:spPr/>
    </dgm:pt>
    <dgm:pt modelId="{FBE6E108-AAEF-4F63-9DE3-F809E1B68351}" type="pres">
      <dgm:prSet presAssocID="{E3782BAE-26AD-4292-BFA7-479BEDD4BD4F}" presName="hierRoot1" presStyleCnt="0"/>
      <dgm:spPr/>
    </dgm:pt>
    <dgm:pt modelId="{1CEE23BA-4A76-48E1-8055-B1E2F111E302}" type="pres">
      <dgm:prSet presAssocID="{E3782BAE-26AD-4292-BFA7-479BEDD4BD4F}" presName="composite" presStyleCnt="0"/>
      <dgm:spPr/>
    </dgm:pt>
    <dgm:pt modelId="{4E2892BE-B514-4459-9D5F-52B7D71B5768}" type="pres">
      <dgm:prSet presAssocID="{E3782BAE-26AD-4292-BFA7-479BEDD4BD4F}" presName="background" presStyleLbl="node0" presStyleIdx="1" presStyleCnt="3"/>
      <dgm:spPr/>
    </dgm:pt>
    <dgm:pt modelId="{3EF27434-AD2B-477F-AD05-92D9873CC523}" type="pres">
      <dgm:prSet presAssocID="{E3782BAE-26AD-4292-BFA7-479BEDD4BD4F}" presName="text" presStyleLbl="fgAcc0" presStyleIdx="1" presStyleCnt="3">
        <dgm:presLayoutVars>
          <dgm:chPref val="3"/>
        </dgm:presLayoutVars>
      </dgm:prSet>
      <dgm:spPr/>
    </dgm:pt>
    <dgm:pt modelId="{F05B2315-31C1-46E6-BB02-2826DA15DC65}" type="pres">
      <dgm:prSet presAssocID="{E3782BAE-26AD-4292-BFA7-479BEDD4BD4F}" presName="hierChild2" presStyleCnt="0"/>
      <dgm:spPr/>
    </dgm:pt>
    <dgm:pt modelId="{0B3E3404-FEB7-4757-A369-B595E35F1770}" type="pres">
      <dgm:prSet presAssocID="{2EB3BE89-AF99-4CC6-9013-D2CF91A259CB}" presName="hierRoot1" presStyleCnt="0"/>
      <dgm:spPr/>
    </dgm:pt>
    <dgm:pt modelId="{D0580C3A-7A9D-4769-A53C-EAEB7A4A4A4E}" type="pres">
      <dgm:prSet presAssocID="{2EB3BE89-AF99-4CC6-9013-D2CF91A259CB}" presName="composite" presStyleCnt="0"/>
      <dgm:spPr/>
    </dgm:pt>
    <dgm:pt modelId="{FC8EEF8E-E27F-491D-BA0B-C2771D2B9C81}" type="pres">
      <dgm:prSet presAssocID="{2EB3BE89-AF99-4CC6-9013-D2CF91A259CB}" presName="background" presStyleLbl="node0" presStyleIdx="2" presStyleCnt="3"/>
      <dgm:spPr/>
    </dgm:pt>
    <dgm:pt modelId="{440B048C-5818-4CDD-85B4-F92AB613D734}" type="pres">
      <dgm:prSet presAssocID="{2EB3BE89-AF99-4CC6-9013-D2CF91A259CB}" presName="text" presStyleLbl="fgAcc0" presStyleIdx="2" presStyleCnt="3">
        <dgm:presLayoutVars>
          <dgm:chPref val="3"/>
        </dgm:presLayoutVars>
      </dgm:prSet>
      <dgm:spPr/>
    </dgm:pt>
    <dgm:pt modelId="{E65B679B-3460-42CA-A292-5F594C7DD6E5}" type="pres">
      <dgm:prSet presAssocID="{2EB3BE89-AF99-4CC6-9013-D2CF91A259CB}" presName="hierChild2" presStyleCnt="0"/>
      <dgm:spPr/>
    </dgm:pt>
  </dgm:ptLst>
  <dgm:cxnLst>
    <dgm:cxn modelId="{2E4C2265-D4F7-4DB5-B84B-548E42B96F77}" type="presOf" srcId="{1532C90C-DBA4-4B4F-B1E3-C56AC35D2A38}" destId="{47A21C56-B140-480B-90F6-3F95F1481C64}" srcOrd="0" destOrd="0" presId="urn:microsoft.com/office/officeart/2005/8/layout/hierarchy1"/>
    <dgm:cxn modelId="{1530277A-FEA0-407B-A85A-F62CBB432062}" type="presOf" srcId="{2EB3BE89-AF99-4CC6-9013-D2CF91A259CB}" destId="{440B048C-5818-4CDD-85B4-F92AB613D734}" srcOrd="0" destOrd="0" presId="urn:microsoft.com/office/officeart/2005/8/layout/hierarchy1"/>
    <dgm:cxn modelId="{1D50389F-B075-4A4B-939A-5A1691DDEA03}" srcId="{1532C90C-DBA4-4B4F-B1E3-C56AC35D2A38}" destId="{E3782BAE-26AD-4292-BFA7-479BEDD4BD4F}" srcOrd="1" destOrd="0" parTransId="{B44DF592-6ED0-4FBD-B908-0FA0547F5C85}" sibTransId="{828CB7EB-462E-4528-98C5-9A604D026B6F}"/>
    <dgm:cxn modelId="{153338A5-8555-4A75-A9F0-1B60DDC21D27}" srcId="{1532C90C-DBA4-4B4F-B1E3-C56AC35D2A38}" destId="{5553782A-A560-434C-8568-EB187166D949}" srcOrd="0" destOrd="0" parTransId="{EA7790DB-AFCD-49DD-B823-98C3CC0AD98A}" sibTransId="{9EDAE578-B453-4051-A141-5DC34AB80C9B}"/>
    <dgm:cxn modelId="{D71324B2-3D38-466F-88A8-B6530D9AC15B}" type="presOf" srcId="{5553782A-A560-434C-8568-EB187166D949}" destId="{E0884E82-E334-42AD-8006-43D307617829}" srcOrd="0" destOrd="0" presId="urn:microsoft.com/office/officeart/2005/8/layout/hierarchy1"/>
    <dgm:cxn modelId="{8060C1C3-F49D-4D09-9FF7-0C820E9B46F9}" type="presOf" srcId="{E3782BAE-26AD-4292-BFA7-479BEDD4BD4F}" destId="{3EF27434-AD2B-477F-AD05-92D9873CC523}" srcOrd="0" destOrd="0" presId="urn:microsoft.com/office/officeart/2005/8/layout/hierarchy1"/>
    <dgm:cxn modelId="{F91D43C6-14D1-4677-987D-D03AC6F6087B}" srcId="{1532C90C-DBA4-4B4F-B1E3-C56AC35D2A38}" destId="{2EB3BE89-AF99-4CC6-9013-D2CF91A259CB}" srcOrd="2" destOrd="0" parTransId="{651DCE8D-C181-43C6-8876-CCD1D23C26F5}" sibTransId="{9FD74A63-4044-4E25-BE99-CD83493290B9}"/>
    <dgm:cxn modelId="{FD57FA54-61EB-46D9-AFEB-7468297D2B88}" type="presParOf" srcId="{47A21C56-B140-480B-90F6-3F95F1481C64}" destId="{DDA3D566-C7F1-4B84-9C20-CED1021F07EC}" srcOrd="0" destOrd="0" presId="urn:microsoft.com/office/officeart/2005/8/layout/hierarchy1"/>
    <dgm:cxn modelId="{A8FADA57-4A9A-4CD9-BBDC-F272C73FB82B}" type="presParOf" srcId="{DDA3D566-C7F1-4B84-9C20-CED1021F07EC}" destId="{00BD8EDB-CD2C-4903-9B61-6AA423950670}" srcOrd="0" destOrd="0" presId="urn:microsoft.com/office/officeart/2005/8/layout/hierarchy1"/>
    <dgm:cxn modelId="{955DDFF1-F3AB-462A-B089-ACE4FAA80E17}" type="presParOf" srcId="{00BD8EDB-CD2C-4903-9B61-6AA423950670}" destId="{8C98F109-E116-490A-AD80-5834888F4527}" srcOrd="0" destOrd="0" presId="urn:microsoft.com/office/officeart/2005/8/layout/hierarchy1"/>
    <dgm:cxn modelId="{8B293E92-9774-4A0A-83C5-E862B2FC025C}" type="presParOf" srcId="{00BD8EDB-CD2C-4903-9B61-6AA423950670}" destId="{E0884E82-E334-42AD-8006-43D307617829}" srcOrd="1" destOrd="0" presId="urn:microsoft.com/office/officeart/2005/8/layout/hierarchy1"/>
    <dgm:cxn modelId="{42F42B05-7FEB-49EF-B868-B554910227BB}" type="presParOf" srcId="{DDA3D566-C7F1-4B84-9C20-CED1021F07EC}" destId="{6EDB2C7F-4A0B-4D0C-B3B4-942C3E698D07}" srcOrd="1" destOrd="0" presId="urn:microsoft.com/office/officeart/2005/8/layout/hierarchy1"/>
    <dgm:cxn modelId="{AF980B6F-E223-4951-88A3-5F867A4702C7}" type="presParOf" srcId="{47A21C56-B140-480B-90F6-3F95F1481C64}" destId="{FBE6E108-AAEF-4F63-9DE3-F809E1B68351}" srcOrd="1" destOrd="0" presId="urn:microsoft.com/office/officeart/2005/8/layout/hierarchy1"/>
    <dgm:cxn modelId="{C137446C-59EA-46E3-A27D-A98C548FE586}" type="presParOf" srcId="{FBE6E108-AAEF-4F63-9DE3-F809E1B68351}" destId="{1CEE23BA-4A76-48E1-8055-B1E2F111E302}" srcOrd="0" destOrd="0" presId="urn:microsoft.com/office/officeart/2005/8/layout/hierarchy1"/>
    <dgm:cxn modelId="{91F59A09-74EE-427D-B711-F6951C26ACCB}" type="presParOf" srcId="{1CEE23BA-4A76-48E1-8055-B1E2F111E302}" destId="{4E2892BE-B514-4459-9D5F-52B7D71B5768}" srcOrd="0" destOrd="0" presId="urn:microsoft.com/office/officeart/2005/8/layout/hierarchy1"/>
    <dgm:cxn modelId="{FB276DEC-5FE6-4E07-B735-FDC3168D4612}" type="presParOf" srcId="{1CEE23BA-4A76-48E1-8055-B1E2F111E302}" destId="{3EF27434-AD2B-477F-AD05-92D9873CC523}" srcOrd="1" destOrd="0" presId="urn:microsoft.com/office/officeart/2005/8/layout/hierarchy1"/>
    <dgm:cxn modelId="{39162F73-BA12-4D7C-A8E2-639986C40471}" type="presParOf" srcId="{FBE6E108-AAEF-4F63-9DE3-F809E1B68351}" destId="{F05B2315-31C1-46E6-BB02-2826DA15DC65}" srcOrd="1" destOrd="0" presId="urn:microsoft.com/office/officeart/2005/8/layout/hierarchy1"/>
    <dgm:cxn modelId="{C532FFD2-A6E0-48CB-AC90-1D1F5D1A9E53}" type="presParOf" srcId="{47A21C56-B140-480B-90F6-3F95F1481C64}" destId="{0B3E3404-FEB7-4757-A369-B595E35F1770}" srcOrd="2" destOrd="0" presId="urn:microsoft.com/office/officeart/2005/8/layout/hierarchy1"/>
    <dgm:cxn modelId="{E00FCE13-FA22-4546-93BD-6A4F3151CF3A}" type="presParOf" srcId="{0B3E3404-FEB7-4757-A369-B595E35F1770}" destId="{D0580C3A-7A9D-4769-A53C-EAEB7A4A4A4E}" srcOrd="0" destOrd="0" presId="urn:microsoft.com/office/officeart/2005/8/layout/hierarchy1"/>
    <dgm:cxn modelId="{DAFA2CA0-6058-49C0-AB3E-FBD26D036A85}" type="presParOf" srcId="{D0580C3A-7A9D-4769-A53C-EAEB7A4A4A4E}" destId="{FC8EEF8E-E27F-491D-BA0B-C2771D2B9C81}" srcOrd="0" destOrd="0" presId="urn:microsoft.com/office/officeart/2005/8/layout/hierarchy1"/>
    <dgm:cxn modelId="{B7B075D0-4D4F-474C-BAC4-5EEE8C8B81B0}" type="presParOf" srcId="{D0580C3A-7A9D-4769-A53C-EAEB7A4A4A4E}" destId="{440B048C-5818-4CDD-85B4-F92AB613D734}" srcOrd="1" destOrd="0" presId="urn:microsoft.com/office/officeart/2005/8/layout/hierarchy1"/>
    <dgm:cxn modelId="{BF96F96C-7F4C-4346-ADBA-B4D64D7B63DE}" type="presParOf" srcId="{0B3E3404-FEB7-4757-A369-B595E35F1770}" destId="{E65B679B-3460-42CA-A292-5F594C7DD6E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A339B6-47EA-46B5-AE22-5D4E55DCC6BF}">
      <dsp:nvSpPr>
        <dsp:cNvPr id="0" name=""/>
        <dsp:cNvSpPr/>
      </dsp:nvSpPr>
      <dsp:spPr>
        <a:xfrm>
          <a:off x="0" y="0"/>
          <a:ext cx="109325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7E40EC-A4A8-45C8-A389-64E8E7C62071}">
      <dsp:nvSpPr>
        <dsp:cNvPr id="0" name=""/>
        <dsp:cNvSpPr/>
      </dsp:nvSpPr>
      <dsp:spPr>
        <a:xfrm>
          <a:off x="0" y="0"/>
          <a:ext cx="10932543" cy="1281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1" kern="1200"/>
            <a:t>Basic ANN</a:t>
          </a:r>
          <a:r>
            <a:rPr lang="en-GB" sz="3500" kern="1200"/>
            <a:t>: 3 hidden layers(256-64 neurons), Relu activation.</a:t>
          </a:r>
          <a:endParaRPr lang="en-US" sz="3500" kern="1200"/>
        </a:p>
      </dsp:txBody>
      <dsp:txXfrm>
        <a:off x="0" y="0"/>
        <a:ext cx="10932543" cy="1281928"/>
      </dsp:txXfrm>
    </dsp:sp>
    <dsp:sp modelId="{739C8437-D9A0-428C-A747-092AC6147C47}">
      <dsp:nvSpPr>
        <dsp:cNvPr id="0" name=""/>
        <dsp:cNvSpPr/>
      </dsp:nvSpPr>
      <dsp:spPr>
        <a:xfrm>
          <a:off x="0" y="1281928"/>
          <a:ext cx="109325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422C5-6771-400F-B2AB-5A6B39905D35}">
      <dsp:nvSpPr>
        <dsp:cNvPr id="0" name=""/>
        <dsp:cNvSpPr/>
      </dsp:nvSpPr>
      <dsp:spPr>
        <a:xfrm>
          <a:off x="0" y="1281928"/>
          <a:ext cx="10932543" cy="1281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1" kern="1200"/>
            <a:t>Improved ANN</a:t>
          </a:r>
          <a:r>
            <a:rPr lang="en-GB" sz="3500" kern="1200"/>
            <a:t>: Added dropout regularisation to reduce overfitting</a:t>
          </a:r>
          <a:endParaRPr lang="en-US" sz="3500" kern="1200"/>
        </a:p>
      </dsp:txBody>
      <dsp:txXfrm>
        <a:off x="0" y="1281928"/>
        <a:ext cx="10932543" cy="1281928"/>
      </dsp:txXfrm>
    </dsp:sp>
    <dsp:sp modelId="{F8BFD915-45AE-4496-8352-2DC5520084E9}">
      <dsp:nvSpPr>
        <dsp:cNvPr id="0" name=""/>
        <dsp:cNvSpPr/>
      </dsp:nvSpPr>
      <dsp:spPr>
        <a:xfrm>
          <a:off x="0" y="2563856"/>
          <a:ext cx="109325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1A1B4C-3679-4689-977C-7E106808E870}">
      <dsp:nvSpPr>
        <dsp:cNvPr id="0" name=""/>
        <dsp:cNvSpPr/>
      </dsp:nvSpPr>
      <dsp:spPr>
        <a:xfrm>
          <a:off x="0" y="2563856"/>
          <a:ext cx="10932543" cy="1281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1" kern="1200"/>
            <a:t>Basic CNN</a:t>
          </a:r>
          <a:r>
            <a:rPr lang="en-GB" sz="3500" kern="1200"/>
            <a:t>: 3 convolutional layers ( 32, 64 and 128), ReLU + MaxPooling</a:t>
          </a:r>
          <a:endParaRPr lang="en-US" sz="3500" kern="1200"/>
        </a:p>
      </dsp:txBody>
      <dsp:txXfrm>
        <a:off x="0" y="2563856"/>
        <a:ext cx="10932543" cy="1281928"/>
      </dsp:txXfrm>
    </dsp:sp>
    <dsp:sp modelId="{A3770C04-0921-4633-9C32-0162090D6D83}">
      <dsp:nvSpPr>
        <dsp:cNvPr id="0" name=""/>
        <dsp:cNvSpPr/>
      </dsp:nvSpPr>
      <dsp:spPr>
        <a:xfrm>
          <a:off x="0" y="3845784"/>
          <a:ext cx="109325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01B27B-7A6C-46E5-9125-E3E9635C03B4}">
      <dsp:nvSpPr>
        <dsp:cNvPr id="0" name=""/>
        <dsp:cNvSpPr/>
      </dsp:nvSpPr>
      <dsp:spPr>
        <a:xfrm>
          <a:off x="0" y="3845784"/>
          <a:ext cx="10932543" cy="1281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1" kern="1200"/>
            <a:t>Improved CNN</a:t>
          </a:r>
          <a:r>
            <a:rPr lang="en-GB" sz="3500" kern="1200"/>
            <a:t>: Added Data Augumentation and Dropout for better stability and accuracy</a:t>
          </a:r>
          <a:endParaRPr lang="en-US" sz="3500" kern="1200"/>
        </a:p>
      </dsp:txBody>
      <dsp:txXfrm>
        <a:off x="0" y="3845784"/>
        <a:ext cx="10932543" cy="12819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71354-D59A-4276-9054-AE662BF823CE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5E0299-7F3E-40CB-AD4A-1B7E6999D553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38755-EA0D-48D3-A809-7C045378FC16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Optimiser: Adam with a learning rate of 0.001 </a:t>
          </a:r>
          <a:endParaRPr lang="en-US" sz="2400" kern="1200"/>
        </a:p>
      </dsp:txBody>
      <dsp:txXfrm>
        <a:off x="1834517" y="469890"/>
        <a:ext cx="3148942" cy="1335915"/>
      </dsp:txXfrm>
    </dsp:sp>
    <dsp:sp modelId="{1F2F87D9-9609-4F5D-A81C-2E321607C2F5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ACEAB2-ED2C-40D9-8127-CDFB0CAF4FC4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C23EF4-467E-4CC6-97D5-781CF4227412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Loss Function: CrossEntropyLoss</a:t>
          </a:r>
          <a:endParaRPr lang="en-US" sz="2400" kern="1200"/>
        </a:p>
      </dsp:txBody>
      <dsp:txXfrm>
        <a:off x="7154322" y="469890"/>
        <a:ext cx="3148942" cy="1335915"/>
      </dsp:txXfrm>
    </dsp:sp>
    <dsp:sp modelId="{C6A71CD5-5378-43D5-AE0D-42FC1F9C8714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2ADCD5-4882-4274-B172-E1113EA0FF44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73F785-9C8E-4990-9A46-491142E7FFFC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Hardware: Runs on CPU or GPU automatically</a:t>
          </a:r>
          <a:endParaRPr lang="en-US" sz="2400" kern="1200"/>
        </a:p>
      </dsp:txBody>
      <dsp:txXfrm>
        <a:off x="1834517" y="2545532"/>
        <a:ext cx="3148942" cy="1335915"/>
      </dsp:txXfrm>
    </dsp:sp>
    <dsp:sp modelId="{A72D8506-70AB-46F4-9502-E95CE3B5DB48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25A768-8015-4A04-ADC6-CAA8E8FDA9BE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E4A5F-C210-4A1E-AAF2-96A97C232B99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Epochs: 10-25, depending on model complexity.</a:t>
          </a:r>
          <a:endParaRPr lang="en-US" sz="2400" kern="1200"/>
        </a:p>
      </dsp:txBody>
      <dsp:txXfrm>
        <a:off x="7154322" y="2545532"/>
        <a:ext cx="3148942" cy="13359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669FC4-170E-4F79-8A4D-454F0BF626E0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7DDDB-4839-4BF1-B0B9-212015A22298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ANN Results: Accuracy : 88% Converged: Epoch 10</a:t>
          </a:r>
          <a:endParaRPr lang="en-US" sz="2200" kern="1200"/>
        </a:p>
      </dsp:txBody>
      <dsp:txXfrm>
        <a:off x="59990" y="2654049"/>
        <a:ext cx="3226223" cy="720000"/>
      </dsp:txXfrm>
    </dsp:sp>
    <dsp:sp modelId="{8752829F-491E-4D3D-8849-1DE669D7D727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AC1A3-DCCB-49C7-B978-17404B437034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CNN Results: Accuracy: 90% Converged: Epoch 8</a:t>
          </a:r>
          <a:endParaRPr lang="en-US" sz="2200" kern="1200"/>
        </a:p>
      </dsp:txBody>
      <dsp:txXfrm>
        <a:off x="3850802" y="2654049"/>
        <a:ext cx="3226223" cy="720000"/>
      </dsp:txXfrm>
    </dsp:sp>
    <dsp:sp modelId="{5F1A8F78-624E-4B44-A867-DC76CD3E897A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6C957-DCB4-41E5-AF9F-334E52D21436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Overfitting: both show healthy generalization</a:t>
          </a:r>
          <a:endParaRPr lang="en-US" sz="2200" kern="1200"/>
        </a:p>
      </dsp:txBody>
      <dsp:txXfrm>
        <a:off x="7641615" y="2654049"/>
        <a:ext cx="3226223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98F109-E116-490A-AD80-5834888F4527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884E82-E334-42AD-8006-43D307617829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CNN outperforms ANN with accuracy of 90% vs 88% respectively due to spatial feature extraction from images</a:t>
          </a:r>
          <a:endParaRPr lang="en-US" sz="2200" kern="1200"/>
        </a:p>
      </dsp:txBody>
      <dsp:txXfrm>
        <a:off x="398656" y="1088253"/>
        <a:ext cx="2959127" cy="1837317"/>
      </dsp:txXfrm>
    </dsp:sp>
    <dsp:sp modelId="{4E2892BE-B514-4459-9D5F-52B7D71B5768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27434-AD2B-477F-AD05-92D9873CC523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Dropout and Data augmentation improves generalization and reduce overfitting</a:t>
          </a:r>
          <a:endParaRPr lang="en-US" sz="2200" kern="1200"/>
        </a:p>
      </dsp:txBody>
      <dsp:txXfrm>
        <a:off x="4155097" y="1088253"/>
        <a:ext cx="2959127" cy="1837317"/>
      </dsp:txXfrm>
    </dsp:sp>
    <dsp:sp modelId="{FC8EEF8E-E27F-491D-BA0B-C2771D2B9C81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B048C-5818-4CDD-85B4-F92AB613D734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Visually similar classes(Shirt vs T-shirt) showed reduced confusion in CNN</a:t>
          </a:r>
          <a:endParaRPr lang="en-US" sz="2200" kern="1200"/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876430"/>
          </a:xfrm>
        </p:spPr>
        <p:txBody>
          <a:bodyPr/>
          <a:lstStyle/>
          <a:p>
            <a:r>
              <a:rPr lang="en-GB" sz="6600" dirty="0"/>
              <a:t>Fashion-MNIST</a:t>
            </a:r>
            <a:br>
              <a:rPr lang="en-GB" sz="6600" dirty="0"/>
            </a:br>
            <a:r>
              <a:rPr lang="en-GB" sz="6600" dirty="0"/>
              <a:t>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78415"/>
            <a:ext cx="9144000" cy="8793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Comparative Analysis of ANN vs CNN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2EF073-1284-66AF-11E6-CEF73457F0B7}"/>
              </a:ext>
            </a:extLst>
          </p:cNvPr>
          <p:cNvSpPr txBox="1">
            <a:spLocks/>
          </p:cNvSpPr>
          <p:nvPr/>
        </p:nvSpPr>
        <p:spPr>
          <a:xfrm>
            <a:off x="6190890" y="5695381"/>
            <a:ext cx="6268527" cy="8793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/>
              <a:t>Student Name: </a:t>
            </a:r>
            <a:r>
              <a:rPr lang="en-GB" err="1"/>
              <a:t>Oritseweyinmi</a:t>
            </a:r>
            <a:r>
              <a:rPr lang="en-GB" dirty="0"/>
              <a:t> </a:t>
            </a:r>
            <a:r>
              <a:rPr lang="en-GB" err="1"/>
              <a:t>Mabamije</a:t>
            </a:r>
          </a:p>
          <a:p>
            <a:pPr algn="l"/>
            <a:r>
              <a:rPr lang="en-GB" dirty="0"/>
              <a:t>Student ID: P2783241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A8901-8502-3AEA-E8B8-E0B6C0A9F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BFB7E-DEA7-0962-AF2B-00DD39552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44" y="1981414"/>
            <a:ext cx="5679253" cy="42586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Project Overview</a:t>
            </a:r>
          </a:p>
          <a:p>
            <a:r>
              <a:rPr lang="en-GB" dirty="0"/>
              <a:t>Dataset &amp; Preprocessing</a:t>
            </a:r>
          </a:p>
          <a:p>
            <a:r>
              <a:rPr lang="en-GB" dirty="0"/>
              <a:t>Model Architectures</a:t>
            </a:r>
          </a:p>
          <a:p>
            <a:r>
              <a:rPr lang="en-GB" dirty="0"/>
              <a:t>Training Setup</a:t>
            </a:r>
          </a:p>
          <a:p>
            <a:r>
              <a:rPr lang="en-GB" dirty="0"/>
              <a:t>Training Results</a:t>
            </a:r>
          </a:p>
          <a:p>
            <a:r>
              <a:rPr lang="en-GB" dirty="0"/>
              <a:t>Key Findings &amp; Analysis</a:t>
            </a:r>
          </a:p>
          <a:p>
            <a:r>
              <a:rPr lang="en-GB" dirty="0"/>
              <a:t>Conclusion</a:t>
            </a:r>
          </a:p>
          <a:p>
            <a:endParaRPr lang="en-GB" dirty="0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8A447A56-88FA-A156-A3D5-1F959AC69B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29" r="28433" b="-6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1306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3FD1D-61A3-AF28-66EA-B0436358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60C14-B35F-845A-E559-1EBD42C9B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1700"/>
              <a:t>Objective: Design and compare neural network models being ANN and CNN performance on Fashion-MNIST classification</a:t>
            </a:r>
          </a:p>
          <a:p>
            <a:pPr marL="0" indent="0">
              <a:buNone/>
            </a:pPr>
            <a:endParaRPr lang="en-GB" sz="1700"/>
          </a:p>
          <a:p>
            <a:pPr marL="0" indent="0">
              <a:buNone/>
            </a:pPr>
            <a:r>
              <a:rPr lang="en-GB" sz="1700"/>
              <a:t>Datasets: 60,000 training + 10,000 test images, 28*28 images across 10 clothing categories</a:t>
            </a:r>
          </a:p>
          <a:p>
            <a:pPr marL="0" indent="0">
              <a:buNone/>
            </a:pPr>
            <a:endParaRPr lang="en-GB" sz="1700"/>
          </a:p>
          <a:p>
            <a:pPr marL="0" indent="0">
              <a:buNone/>
            </a:pPr>
            <a:r>
              <a:rPr lang="en-GB" sz="1700"/>
              <a:t>Models: ANN with 242k trainable params vs CNN with 241k trainable params</a:t>
            </a:r>
          </a:p>
          <a:p>
            <a:pPr marL="0" indent="0">
              <a:buNone/>
            </a:pPr>
            <a:endParaRPr lang="en-GB" sz="1700"/>
          </a:p>
          <a:p>
            <a:pPr marL="0" indent="0">
              <a:buNone/>
            </a:pPr>
            <a:r>
              <a:rPr lang="en-GB" sz="1700"/>
              <a:t>Goal: Evaluate model accuracy, analyze performance, observe strenghts and weaknesses 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1825DB-8AE1-FA4C-DC5F-28A00F4F63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72" r="25875" b="6249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2323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5A4174-DB37-2991-4968-9BEAF3184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GB" sz="5400"/>
              <a:t>Dataset &amp; Preprocessing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F815F69-13BA-431B-729A-E28F79A88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200"/>
              <a:t>Data Split: 90% training (54K), 10% validation (12K) and 10K test images</a:t>
            </a:r>
          </a:p>
          <a:p>
            <a:r>
              <a:rPr lang="en-GB" sz="2200"/>
              <a:t>Load the dataset: Use the Fashion-MNIST dataset available tensorflow.keras.datasets.</a:t>
            </a:r>
          </a:p>
          <a:p>
            <a:r>
              <a:rPr lang="en-GB" sz="2200"/>
              <a:t>Normalization: Applied a scale pixel values between 0 and 1.</a:t>
            </a:r>
          </a:p>
          <a:p>
            <a:r>
              <a:rPr lang="en-GB" sz="2200"/>
              <a:t>Data Augumentation: zooming images, horizontal flipping for training and rotating of images.</a:t>
            </a:r>
          </a:p>
          <a:p>
            <a:r>
              <a:rPr lang="en-GB" sz="2200"/>
              <a:t>Classes: T-shirt, Trouser, Pullover, Dress, Coat, Sandal, Shirt, Sneaker, Bag, Ankle boot</a:t>
            </a:r>
          </a:p>
        </p:txBody>
      </p:sp>
      <p:pic>
        <p:nvPicPr>
          <p:cNvPr id="12" name="Picture 11" descr="Financial graphs on a dark display">
            <a:extLst>
              <a:ext uri="{FF2B5EF4-FFF2-40B4-BE49-F238E27FC236}">
                <a16:creationId xmlns:a16="http://schemas.microsoft.com/office/drawing/2014/main" id="{E3D20DDD-CF8C-FAEF-8692-B4CFA190E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89" r="22583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39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58C20-2472-9CED-4B22-288CD815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Model Architectures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161B2D-7A17-C3EF-A6F2-C7B84578602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21257" y="1523702"/>
          <a:ext cx="10932543" cy="5127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9593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A843-9C4C-7384-7990-78CDA14D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Training Setup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C25FFC-5E8B-D05C-4F33-4AF0BE2E72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6965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FAA37-5D0B-119A-9928-EED97D3A1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Training Results- Learning Curves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409778-1595-6738-6426-AEB50D991F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5405" y="403355"/>
            <a:ext cx="7994517" cy="583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2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BE3BB2-6269-36B1-F924-9AD88E151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Training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988B52-F618-D0C2-7B01-387873644C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468486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7214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09A559-E561-9050-95CA-0D2CD29F9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FC629-DF93-FADD-DCB0-B26D863F5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Per-Class Accuracy Breakdown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Content Placeholder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72B138B7-FCE8-B1F1-FB12-F99F675F55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7920" y="1966293"/>
            <a:ext cx="881615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73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3D5B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C19F16-39A8-0C34-3969-7B2EED2EE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Confusion Matrix – CNN Performance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C75D0D-2B81-F54E-9B40-5DB0F4145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2955" y="640080"/>
            <a:ext cx="6977493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141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C4075C-0FCA-E1E0-E03F-E29C7102C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Key Findings &amp;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4AEBB8-FB1A-4F26-666D-A2E59638A6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612512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9863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5EF62-58BE-3B48-BFB5-16D42C70B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Conclusion</a:t>
            </a:r>
          </a:p>
        </p:txBody>
      </p:sp>
      <p:pic>
        <p:nvPicPr>
          <p:cNvPr id="24" name="Graphic 23" descr="Tick">
            <a:extLst>
              <a:ext uri="{FF2B5EF4-FFF2-40B4-BE49-F238E27FC236}">
                <a16:creationId xmlns:a16="http://schemas.microsoft.com/office/drawing/2014/main" id="{9FE62F60-B3AE-7148-E17D-54EF984FE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AFD09-2E54-69F5-D5AB-A3BBE4C79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1630928"/>
            <a:ext cx="5811464" cy="44300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 dirty="0">
                <a:solidFill>
                  <a:schemeClr val="tx2"/>
                </a:solidFill>
              </a:rPr>
              <a:t>CNN achieved 90% test accuracy overpowering all ANN variants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dirty="0">
                <a:solidFill>
                  <a:schemeClr val="tx2"/>
                </a:solidFill>
              </a:rPr>
              <a:t>CNN are best choice for visual pattern recognition tasks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dirty="0">
                <a:solidFill>
                  <a:schemeClr val="tx2"/>
                </a:solidFill>
              </a:rPr>
              <a:t>Apply advanced batch normalisation for improvements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5615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Fashion-MNIST Classification</vt:lpstr>
      <vt:lpstr>Content</vt:lpstr>
      <vt:lpstr>Project Overview</vt:lpstr>
      <vt:lpstr>Dataset &amp; Preprocessing</vt:lpstr>
      <vt:lpstr>Model Architectures</vt:lpstr>
      <vt:lpstr>Training Setup</vt:lpstr>
      <vt:lpstr>Training Results- Learning Curves</vt:lpstr>
      <vt:lpstr>Training Results</vt:lpstr>
      <vt:lpstr>Per-Class Accuracy Breakdown </vt:lpstr>
      <vt:lpstr>Confusion Matrix – CNN Performance</vt:lpstr>
      <vt:lpstr>Key Findings &amp; Analysis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697</cp:revision>
  <dcterms:created xsi:type="dcterms:W3CDTF">2025-11-05T15:44:34Z</dcterms:created>
  <dcterms:modified xsi:type="dcterms:W3CDTF">2025-11-05T16:53:32Z</dcterms:modified>
</cp:coreProperties>
</file>